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9" r:id="rId2"/>
    <p:sldId id="281" r:id="rId3"/>
    <p:sldId id="276" r:id="rId4"/>
    <p:sldId id="282" r:id="rId5"/>
    <p:sldId id="261" r:id="rId6"/>
    <p:sldId id="283" r:id="rId7"/>
    <p:sldId id="277" r:id="rId8"/>
    <p:sldId id="284" r:id="rId9"/>
    <p:sldId id="285" r:id="rId10"/>
    <p:sldId id="260" r:id="rId11"/>
    <p:sldId id="274" r:id="rId12"/>
    <p:sldId id="273" r:id="rId13"/>
    <p:sldId id="280" r:id="rId14"/>
    <p:sldId id="265" r:id="rId15"/>
    <p:sldId id="286" r:id="rId16"/>
    <p:sldId id="287" r:id="rId17"/>
    <p:sldId id="288" r:id="rId18"/>
    <p:sldId id="289" r:id="rId19"/>
    <p:sldId id="290" r:id="rId20"/>
    <p:sldId id="257" r:id="rId21"/>
    <p:sldId id="291" r:id="rId22"/>
    <p:sldId id="27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13BCB7-741F-AE43-9899-D3C70CCC0B91}" v="1065" dt="2026-02-16T18:56:36.8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 snapToGrid="0">
      <p:cViewPr varScale="1">
        <p:scale>
          <a:sx n="105" d="100"/>
          <a:sy n="105" d="100"/>
        </p:scale>
        <p:origin x="200" y="2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431874-7013-4EFB-9082-07144CFA9C8B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7C3AC49-67AD-4D8C-B08F-FCC6C684FF0C}">
      <dgm:prSet/>
      <dgm:spPr/>
      <dgm:t>
        <a:bodyPr/>
        <a:lstStyle/>
        <a:p>
          <a:r>
            <a:rPr lang="en-US" b="1"/>
            <a:t>Directory </a:t>
          </a:r>
          <a:r>
            <a:rPr lang="en-US"/>
            <a:t>and </a:t>
          </a:r>
          <a:r>
            <a:rPr lang="en-US" b="1"/>
            <a:t>Folder</a:t>
          </a:r>
          <a:endParaRPr lang="en-US"/>
        </a:p>
      </dgm:t>
    </dgm:pt>
    <dgm:pt modelId="{3FDF7CA5-16C3-4288-A70C-0AFA47AB5FB2}" type="parTrans" cxnId="{24EDD7EA-CA58-42A6-8F94-C16D5C5DD8FC}">
      <dgm:prSet/>
      <dgm:spPr/>
      <dgm:t>
        <a:bodyPr/>
        <a:lstStyle/>
        <a:p>
          <a:endParaRPr lang="en-US"/>
        </a:p>
      </dgm:t>
    </dgm:pt>
    <dgm:pt modelId="{EC19B966-BC67-420F-949F-32FB0FE0960F}" type="sibTrans" cxnId="{24EDD7EA-CA58-42A6-8F94-C16D5C5DD8FC}">
      <dgm:prSet/>
      <dgm:spPr/>
      <dgm:t>
        <a:bodyPr/>
        <a:lstStyle/>
        <a:p>
          <a:endParaRPr lang="en-US"/>
        </a:p>
      </dgm:t>
    </dgm:pt>
    <dgm:pt modelId="{9CF3A61A-5270-442A-B77E-95808091FA3D}">
      <dgm:prSet/>
      <dgm:spPr/>
      <dgm:t>
        <a:bodyPr/>
        <a:lstStyle/>
        <a:p>
          <a:r>
            <a:rPr lang="en-US" b="1"/>
            <a:t>Used interchangeably in Git</a:t>
          </a:r>
          <a:endParaRPr lang="en-US"/>
        </a:p>
      </dgm:t>
    </dgm:pt>
    <dgm:pt modelId="{3C72C1D5-99D8-417B-9536-EA53E8487FF3}" type="parTrans" cxnId="{2E39882E-4662-46D9-A2F1-F5180EEFAAAE}">
      <dgm:prSet/>
      <dgm:spPr/>
      <dgm:t>
        <a:bodyPr/>
        <a:lstStyle/>
        <a:p>
          <a:endParaRPr lang="en-US"/>
        </a:p>
      </dgm:t>
    </dgm:pt>
    <dgm:pt modelId="{7597870C-6B6E-4DDA-8952-D2DA95CA1859}" type="sibTrans" cxnId="{2E39882E-4662-46D9-A2F1-F5180EEFAAAE}">
      <dgm:prSet/>
      <dgm:spPr/>
      <dgm:t>
        <a:bodyPr/>
        <a:lstStyle/>
        <a:p>
          <a:endParaRPr lang="en-US"/>
        </a:p>
      </dgm:t>
    </dgm:pt>
    <dgm:pt modelId="{124D0928-9A5E-4152-9734-68FEEE11DA60}">
      <dgm:prSet/>
      <dgm:spPr/>
      <dgm:t>
        <a:bodyPr/>
        <a:lstStyle/>
        <a:p>
          <a:r>
            <a:rPr lang="en-US" b="1"/>
            <a:t>Both mean: a container for files and other folders</a:t>
          </a:r>
          <a:endParaRPr lang="en-US"/>
        </a:p>
      </dgm:t>
    </dgm:pt>
    <dgm:pt modelId="{FA68AD55-BF5B-479A-A4FE-DF5824FB3725}" type="parTrans" cxnId="{02C9F700-D687-4CAC-BD8F-E1C1278854F4}">
      <dgm:prSet/>
      <dgm:spPr/>
      <dgm:t>
        <a:bodyPr/>
        <a:lstStyle/>
        <a:p>
          <a:endParaRPr lang="en-US"/>
        </a:p>
      </dgm:t>
    </dgm:pt>
    <dgm:pt modelId="{5BA38E4B-8FF2-4D47-A74C-439599BFE483}" type="sibTrans" cxnId="{02C9F700-D687-4CAC-BD8F-E1C1278854F4}">
      <dgm:prSet/>
      <dgm:spPr/>
      <dgm:t>
        <a:bodyPr/>
        <a:lstStyle/>
        <a:p>
          <a:endParaRPr lang="en-US"/>
        </a:p>
      </dgm:t>
    </dgm:pt>
    <dgm:pt modelId="{7D9E0E27-99AD-A140-9388-AD823DF2AD62}" type="pres">
      <dgm:prSet presAssocID="{AC431874-7013-4EFB-9082-07144CFA9C8B}" presName="vert0" presStyleCnt="0">
        <dgm:presLayoutVars>
          <dgm:dir/>
          <dgm:animOne val="branch"/>
          <dgm:animLvl val="lvl"/>
        </dgm:presLayoutVars>
      </dgm:prSet>
      <dgm:spPr/>
    </dgm:pt>
    <dgm:pt modelId="{7722A8E3-EBC5-1E48-B81C-0B770D987E15}" type="pres">
      <dgm:prSet presAssocID="{47C3AC49-67AD-4D8C-B08F-FCC6C684FF0C}" presName="thickLine" presStyleLbl="alignNode1" presStyleIdx="0" presStyleCnt="1"/>
      <dgm:spPr/>
    </dgm:pt>
    <dgm:pt modelId="{6E082269-81EC-2F48-BB06-4619FD641CEB}" type="pres">
      <dgm:prSet presAssocID="{47C3AC49-67AD-4D8C-B08F-FCC6C684FF0C}" presName="horz1" presStyleCnt="0"/>
      <dgm:spPr/>
    </dgm:pt>
    <dgm:pt modelId="{E68D0B00-9644-BA4B-A93E-5FBAF8F0EDD4}" type="pres">
      <dgm:prSet presAssocID="{47C3AC49-67AD-4D8C-B08F-FCC6C684FF0C}" presName="tx1" presStyleLbl="revTx" presStyleIdx="0" presStyleCnt="3"/>
      <dgm:spPr/>
    </dgm:pt>
    <dgm:pt modelId="{9F78E5F0-9A47-044C-8C6B-0FFC044E889C}" type="pres">
      <dgm:prSet presAssocID="{47C3AC49-67AD-4D8C-B08F-FCC6C684FF0C}" presName="vert1" presStyleCnt="0"/>
      <dgm:spPr/>
    </dgm:pt>
    <dgm:pt modelId="{EE10474A-4DC5-2F48-A865-65EFC644F16B}" type="pres">
      <dgm:prSet presAssocID="{9CF3A61A-5270-442A-B77E-95808091FA3D}" presName="vertSpace2a" presStyleCnt="0"/>
      <dgm:spPr/>
    </dgm:pt>
    <dgm:pt modelId="{CFFA6AC1-7406-5145-AC43-E916041FB33A}" type="pres">
      <dgm:prSet presAssocID="{9CF3A61A-5270-442A-B77E-95808091FA3D}" presName="horz2" presStyleCnt="0"/>
      <dgm:spPr/>
    </dgm:pt>
    <dgm:pt modelId="{FBB97FB5-2005-6E45-980C-473895E5EF1A}" type="pres">
      <dgm:prSet presAssocID="{9CF3A61A-5270-442A-B77E-95808091FA3D}" presName="horzSpace2" presStyleCnt="0"/>
      <dgm:spPr/>
    </dgm:pt>
    <dgm:pt modelId="{C35DA138-6E00-E040-B8AF-CF17C194BBAC}" type="pres">
      <dgm:prSet presAssocID="{9CF3A61A-5270-442A-B77E-95808091FA3D}" presName="tx2" presStyleLbl="revTx" presStyleIdx="1" presStyleCnt="3"/>
      <dgm:spPr/>
    </dgm:pt>
    <dgm:pt modelId="{80B6E414-4469-BC48-A725-E8BB1FB49662}" type="pres">
      <dgm:prSet presAssocID="{9CF3A61A-5270-442A-B77E-95808091FA3D}" presName="vert2" presStyleCnt="0"/>
      <dgm:spPr/>
    </dgm:pt>
    <dgm:pt modelId="{FA6703B4-6FA3-1D4A-9A2E-3B05E791923F}" type="pres">
      <dgm:prSet presAssocID="{9CF3A61A-5270-442A-B77E-95808091FA3D}" presName="thinLine2b" presStyleLbl="callout" presStyleIdx="0" presStyleCnt="2"/>
      <dgm:spPr/>
    </dgm:pt>
    <dgm:pt modelId="{8AF59650-673D-704A-9B0D-C709E978D81B}" type="pres">
      <dgm:prSet presAssocID="{9CF3A61A-5270-442A-B77E-95808091FA3D}" presName="vertSpace2b" presStyleCnt="0"/>
      <dgm:spPr/>
    </dgm:pt>
    <dgm:pt modelId="{B9814644-B1B4-FE4A-8DC8-8AA2F834FA8D}" type="pres">
      <dgm:prSet presAssocID="{124D0928-9A5E-4152-9734-68FEEE11DA60}" presName="horz2" presStyleCnt="0"/>
      <dgm:spPr/>
    </dgm:pt>
    <dgm:pt modelId="{8CE0DB3C-4C38-A14B-BA86-28105B42A32E}" type="pres">
      <dgm:prSet presAssocID="{124D0928-9A5E-4152-9734-68FEEE11DA60}" presName="horzSpace2" presStyleCnt="0"/>
      <dgm:spPr/>
    </dgm:pt>
    <dgm:pt modelId="{5260DE4E-7FCC-1647-AAA1-6987684FBD7E}" type="pres">
      <dgm:prSet presAssocID="{124D0928-9A5E-4152-9734-68FEEE11DA60}" presName="tx2" presStyleLbl="revTx" presStyleIdx="2" presStyleCnt="3"/>
      <dgm:spPr/>
    </dgm:pt>
    <dgm:pt modelId="{23CCFC01-B2DF-0847-945D-8B59970104C0}" type="pres">
      <dgm:prSet presAssocID="{124D0928-9A5E-4152-9734-68FEEE11DA60}" presName="vert2" presStyleCnt="0"/>
      <dgm:spPr/>
    </dgm:pt>
    <dgm:pt modelId="{994C814A-40D8-DC4C-9B18-612B7786525C}" type="pres">
      <dgm:prSet presAssocID="{124D0928-9A5E-4152-9734-68FEEE11DA60}" presName="thinLine2b" presStyleLbl="callout" presStyleIdx="1" presStyleCnt="2"/>
      <dgm:spPr/>
    </dgm:pt>
    <dgm:pt modelId="{1F84DD1A-73C2-BD48-BFB2-03DEFCDB828B}" type="pres">
      <dgm:prSet presAssocID="{124D0928-9A5E-4152-9734-68FEEE11DA60}" presName="vertSpace2b" presStyleCnt="0"/>
      <dgm:spPr/>
    </dgm:pt>
  </dgm:ptLst>
  <dgm:cxnLst>
    <dgm:cxn modelId="{02C9F700-D687-4CAC-BD8F-E1C1278854F4}" srcId="{47C3AC49-67AD-4D8C-B08F-FCC6C684FF0C}" destId="{124D0928-9A5E-4152-9734-68FEEE11DA60}" srcOrd="1" destOrd="0" parTransId="{FA68AD55-BF5B-479A-A4FE-DF5824FB3725}" sibTransId="{5BA38E4B-8FF2-4D47-A74C-439599BFE483}"/>
    <dgm:cxn modelId="{2E39882E-4662-46D9-A2F1-F5180EEFAAAE}" srcId="{47C3AC49-67AD-4D8C-B08F-FCC6C684FF0C}" destId="{9CF3A61A-5270-442A-B77E-95808091FA3D}" srcOrd="0" destOrd="0" parTransId="{3C72C1D5-99D8-417B-9536-EA53E8487FF3}" sibTransId="{7597870C-6B6E-4DDA-8952-D2DA95CA1859}"/>
    <dgm:cxn modelId="{59C38B3B-736A-3C43-814F-6C3852612AA8}" type="presOf" srcId="{9CF3A61A-5270-442A-B77E-95808091FA3D}" destId="{C35DA138-6E00-E040-B8AF-CF17C194BBAC}" srcOrd="0" destOrd="0" presId="urn:microsoft.com/office/officeart/2008/layout/LinedList"/>
    <dgm:cxn modelId="{B791C568-AE0C-F246-AE45-9E09077F3D83}" type="presOf" srcId="{AC431874-7013-4EFB-9082-07144CFA9C8B}" destId="{7D9E0E27-99AD-A140-9388-AD823DF2AD62}" srcOrd="0" destOrd="0" presId="urn:microsoft.com/office/officeart/2008/layout/LinedList"/>
    <dgm:cxn modelId="{74A62BC0-65F3-C94F-9D11-35914D2813D3}" type="presOf" srcId="{124D0928-9A5E-4152-9734-68FEEE11DA60}" destId="{5260DE4E-7FCC-1647-AAA1-6987684FBD7E}" srcOrd="0" destOrd="0" presId="urn:microsoft.com/office/officeart/2008/layout/LinedList"/>
    <dgm:cxn modelId="{24EDD7EA-CA58-42A6-8F94-C16D5C5DD8FC}" srcId="{AC431874-7013-4EFB-9082-07144CFA9C8B}" destId="{47C3AC49-67AD-4D8C-B08F-FCC6C684FF0C}" srcOrd="0" destOrd="0" parTransId="{3FDF7CA5-16C3-4288-A70C-0AFA47AB5FB2}" sibTransId="{EC19B966-BC67-420F-949F-32FB0FE0960F}"/>
    <dgm:cxn modelId="{A437A9F7-E1CE-1744-B3FB-676ACBCFECF8}" type="presOf" srcId="{47C3AC49-67AD-4D8C-B08F-FCC6C684FF0C}" destId="{E68D0B00-9644-BA4B-A93E-5FBAF8F0EDD4}" srcOrd="0" destOrd="0" presId="urn:microsoft.com/office/officeart/2008/layout/LinedList"/>
    <dgm:cxn modelId="{7A96A8A3-5A29-D744-89A3-F56118664E6C}" type="presParOf" srcId="{7D9E0E27-99AD-A140-9388-AD823DF2AD62}" destId="{7722A8E3-EBC5-1E48-B81C-0B770D987E15}" srcOrd="0" destOrd="0" presId="urn:microsoft.com/office/officeart/2008/layout/LinedList"/>
    <dgm:cxn modelId="{F710C219-1161-8A43-A0FC-CD1CB0CFAC0F}" type="presParOf" srcId="{7D9E0E27-99AD-A140-9388-AD823DF2AD62}" destId="{6E082269-81EC-2F48-BB06-4619FD641CEB}" srcOrd="1" destOrd="0" presId="urn:microsoft.com/office/officeart/2008/layout/LinedList"/>
    <dgm:cxn modelId="{480FA9EB-4E3E-7541-8FC0-8ABF53ED7AE6}" type="presParOf" srcId="{6E082269-81EC-2F48-BB06-4619FD641CEB}" destId="{E68D0B00-9644-BA4B-A93E-5FBAF8F0EDD4}" srcOrd="0" destOrd="0" presId="urn:microsoft.com/office/officeart/2008/layout/LinedList"/>
    <dgm:cxn modelId="{AFEAECF0-B0D6-A94A-9AAA-AF6BF60CA351}" type="presParOf" srcId="{6E082269-81EC-2F48-BB06-4619FD641CEB}" destId="{9F78E5F0-9A47-044C-8C6B-0FFC044E889C}" srcOrd="1" destOrd="0" presId="urn:microsoft.com/office/officeart/2008/layout/LinedList"/>
    <dgm:cxn modelId="{C8676124-E091-DA40-8828-B5CC5ADF7965}" type="presParOf" srcId="{9F78E5F0-9A47-044C-8C6B-0FFC044E889C}" destId="{EE10474A-4DC5-2F48-A865-65EFC644F16B}" srcOrd="0" destOrd="0" presId="urn:microsoft.com/office/officeart/2008/layout/LinedList"/>
    <dgm:cxn modelId="{495A6232-8750-D647-9520-72D7EB410D7B}" type="presParOf" srcId="{9F78E5F0-9A47-044C-8C6B-0FFC044E889C}" destId="{CFFA6AC1-7406-5145-AC43-E916041FB33A}" srcOrd="1" destOrd="0" presId="urn:microsoft.com/office/officeart/2008/layout/LinedList"/>
    <dgm:cxn modelId="{B16C8C99-71D5-0A4E-AB06-EAD7AC706D17}" type="presParOf" srcId="{CFFA6AC1-7406-5145-AC43-E916041FB33A}" destId="{FBB97FB5-2005-6E45-980C-473895E5EF1A}" srcOrd="0" destOrd="0" presId="urn:microsoft.com/office/officeart/2008/layout/LinedList"/>
    <dgm:cxn modelId="{5AEF6667-8222-CC44-927D-96B13689AADA}" type="presParOf" srcId="{CFFA6AC1-7406-5145-AC43-E916041FB33A}" destId="{C35DA138-6E00-E040-B8AF-CF17C194BBAC}" srcOrd="1" destOrd="0" presId="urn:microsoft.com/office/officeart/2008/layout/LinedList"/>
    <dgm:cxn modelId="{E90A6445-DE00-0B4F-9404-99B6E6EDEAB9}" type="presParOf" srcId="{CFFA6AC1-7406-5145-AC43-E916041FB33A}" destId="{80B6E414-4469-BC48-A725-E8BB1FB49662}" srcOrd="2" destOrd="0" presId="urn:microsoft.com/office/officeart/2008/layout/LinedList"/>
    <dgm:cxn modelId="{90F422FC-DDF0-D347-99E6-A354A6BB240A}" type="presParOf" srcId="{9F78E5F0-9A47-044C-8C6B-0FFC044E889C}" destId="{FA6703B4-6FA3-1D4A-9A2E-3B05E791923F}" srcOrd="2" destOrd="0" presId="urn:microsoft.com/office/officeart/2008/layout/LinedList"/>
    <dgm:cxn modelId="{55354844-037E-4144-AD89-C417191F9597}" type="presParOf" srcId="{9F78E5F0-9A47-044C-8C6B-0FFC044E889C}" destId="{8AF59650-673D-704A-9B0D-C709E978D81B}" srcOrd="3" destOrd="0" presId="urn:microsoft.com/office/officeart/2008/layout/LinedList"/>
    <dgm:cxn modelId="{647E4718-3B29-E04F-84DF-B59F7DABF6AE}" type="presParOf" srcId="{9F78E5F0-9A47-044C-8C6B-0FFC044E889C}" destId="{B9814644-B1B4-FE4A-8DC8-8AA2F834FA8D}" srcOrd="4" destOrd="0" presId="urn:microsoft.com/office/officeart/2008/layout/LinedList"/>
    <dgm:cxn modelId="{0C453AFB-B43D-8B42-B5C4-F838194821A3}" type="presParOf" srcId="{B9814644-B1B4-FE4A-8DC8-8AA2F834FA8D}" destId="{8CE0DB3C-4C38-A14B-BA86-28105B42A32E}" srcOrd="0" destOrd="0" presId="urn:microsoft.com/office/officeart/2008/layout/LinedList"/>
    <dgm:cxn modelId="{80392923-BB36-4546-A652-03F56693AC15}" type="presParOf" srcId="{B9814644-B1B4-FE4A-8DC8-8AA2F834FA8D}" destId="{5260DE4E-7FCC-1647-AAA1-6987684FBD7E}" srcOrd="1" destOrd="0" presId="urn:microsoft.com/office/officeart/2008/layout/LinedList"/>
    <dgm:cxn modelId="{ECC7B371-2D4B-4B48-9861-CDDC35ADD6EA}" type="presParOf" srcId="{B9814644-B1B4-FE4A-8DC8-8AA2F834FA8D}" destId="{23CCFC01-B2DF-0847-945D-8B59970104C0}" srcOrd="2" destOrd="0" presId="urn:microsoft.com/office/officeart/2008/layout/LinedList"/>
    <dgm:cxn modelId="{F611555F-FD3B-5040-B034-70250C19B727}" type="presParOf" srcId="{9F78E5F0-9A47-044C-8C6B-0FFC044E889C}" destId="{994C814A-40D8-DC4C-9B18-612B7786525C}" srcOrd="5" destOrd="0" presId="urn:microsoft.com/office/officeart/2008/layout/LinedList"/>
    <dgm:cxn modelId="{E0D2EC8B-AC53-2F47-9FB1-A9D77DE66CE0}" type="presParOf" srcId="{9F78E5F0-9A47-044C-8C6B-0FFC044E889C}" destId="{1F84DD1A-73C2-BD48-BFB2-03DEFCDB828B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792784-344C-4BB4-8753-95E18151CED6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9C61400A-1D0F-4664-A23A-AB11373DA5A6}">
      <dgm:prSet/>
      <dgm:spPr/>
      <dgm:t>
        <a:bodyPr/>
        <a:lstStyle/>
        <a:p>
          <a:r>
            <a:rPr lang="en-US"/>
            <a:t>- Visit: </a:t>
          </a:r>
          <a:r>
            <a:rPr lang="en-US" b="1"/>
            <a:t>https://code.visualstudio.com/</a:t>
          </a:r>
          <a:endParaRPr lang="en-US"/>
        </a:p>
      </dgm:t>
    </dgm:pt>
    <dgm:pt modelId="{5641DEC9-BFAD-4895-B771-1AE0C1E97E7D}" type="parTrans" cxnId="{306450FC-56C8-4209-B7D4-994605A50FBA}">
      <dgm:prSet/>
      <dgm:spPr/>
      <dgm:t>
        <a:bodyPr/>
        <a:lstStyle/>
        <a:p>
          <a:endParaRPr lang="en-US"/>
        </a:p>
      </dgm:t>
    </dgm:pt>
    <dgm:pt modelId="{F6BC9C92-6FD5-4B69-8F9B-7D8EC2983290}" type="sibTrans" cxnId="{306450FC-56C8-4209-B7D4-994605A50FBA}">
      <dgm:prSet/>
      <dgm:spPr/>
      <dgm:t>
        <a:bodyPr/>
        <a:lstStyle/>
        <a:p>
          <a:endParaRPr lang="en-US"/>
        </a:p>
      </dgm:t>
    </dgm:pt>
    <dgm:pt modelId="{4CBB9870-3248-4D62-A2F6-1BB143976C5F}">
      <dgm:prSet/>
      <dgm:spPr/>
      <dgm:t>
        <a:bodyPr/>
        <a:lstStyle/>
        <a:p>
          <a:r>
            <a:rPr lang="en-US"/>
            <a:t>- Download for your operating system</a:t>
          </a:r>
        </a:p>
      </dgm:t>
    </dgm:pt>
    <dgm:pt modelId="{7C0F89EB-CB64-4EB8-A0AD-0045EC305157}" type="parTrans" cxnId="{C9477CE3-72AE-4BCF-88A8-5B6E0D2FDC99}">
      <dgm:prSet/>
      <dgm:spPr/>
      <dgm:t>
        <a:bodyPr/>
        <a:lstStyle/>
        <a:p>
          <a:endParaRPr lang="en-US"/>
        </a:p>
      </dgm:t>
    </dgm:pt>
    <dgm:pt modelId="{B486FE8F-1A3C-47AE-B896-C7C58D18537F}" type="sibTrans" cxnId="{C9477CE3-72AE-4BCF-88A8-5B6E0D2FDC99}">
      <dgm:prSet/>
      <dgm:spPr/>
      <dgm:t>
        <a:bodyPr/>
        <a:lstStyle/>
        <a:p>
          <a:endParaRPr lang="en-US"/>
        </a:p>
      </dgm:t>
    </dgm:pt>
    <dgm:pt modelId="{81A698AC-CFAB-403F-B75F-DAC755C45DA1}">
      <dgm:prSet/>
      <dgm:spPr/>
      <dgm:t>
        <a:bodyPr/>
        <a:lstStyle/>
        <a:p>
          <a:r>
            <a:rPr lang="en-US"/>
            <a:t>- Install and launch </a:t>
          </a:r>
        </a:p>
      </dgm:t>
    </dgm:pt>
    <dgm:pt modelId="{2928A1E0-91BD-407E-9A91-E358187B799E}" type="parTrans" cxnId="{DD308964-389F-4020-B401-EF8BD2B70553}">
      <dgm:prSet/>
      <dgm:spPr/>
      <dgm:t>
        <a:bodyPr/>
        <a:lstStyle/>
        <a:p>
          <a:endParaRPr lang="en-US"/>
        </a:p>
      </dgm:t>
    </dgm:pt>
    <dgm:pt modelId="{5BC5C0BC-7D30-4F0D-9C08-242F9768A80A}" type="sibTrans" cxnId="{DD308964-389F-4020-B401-EF8BD2B70553}">
      <dgm:prSet/>
      <dgm:spPr/>
      <dgm:t>
        <a:bodyPr/>
        <a:lstStyle/>
        <a:p>
          <a:endParaRPr lang="en-US"/>
        </a:p>
      </dgm:t>
    </dgm:pt>
    <dgm:pt modelId="{2AC44D66-FC5C-FF4C-BCB4-5A23C22F2563}" type="pres">
      <dgm:prSet presAssocID="{19792784-344C-4BB4-8753-95E18151CED6}" presName="linear" presStyleCnt="0">
        <dgm:presLayoutVars>
          <dgm:animLvl val="lvl"/>
          <dgm:resizeHandles val="exact"/>
        </dgm:presLayoutVars>
      </dgm:prSet>
      <dgm:spPr/>
    </dgm:pt>
    <dgm:pt modelId="{47F0ACCC-4899-2D40-AB02-D87E042ADF60}" type="pres">
      <dgm:prSet presAssocID="{9C61400A-1D0F-4664-A23A-AB11373DA5A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53DD528-957F-C740-B04E-B412D2D0A79B}" type="pres">
      <dgm:prSet presAssocID="{F6BC9C92-6FD5-4B69-8F9B-7D8EC2983290}" presName="spacer" presStyleCnt="0"/>
      <dgm:spPr/>
    </dgm:pt>
    <dgm:pt modelId="{F1E317D6-9F47-0043-B3D9-A51415D8528B}" type="pres">
      <dgm:prSet presAssocID="{4CBB9870-3248-4D62-A2F6-1BB143976C5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17DAE0E-EE1C-924F-98A5-8CD8691A4E5E}" type="pres">
      <dgm:prSet presAssocID="{B486FE8F-1A3C-47AE-B896-C7C58D18537F}" presName="spacer" presStyleCnt="0"/>
      <dgm:spPr/>
    </dgm:pt>
    <dgm:pt modelId="{D33E5EC8-0DE0-254E-8DC2-12C2E84004A0}" type="pres">
      <dgm:prSet presAssocID="{81A698AC-CFAB-403F-B75F-DAC755C45DA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737C919-7276-6B45-8B56-3C3684529F70}" type="presOf" srcId="{81A698AC-CFAB-403F-B75F-DAC755C45DA1}" destId="{D33E5EC8-0DE0-254E-8DC2-12C2E84004A0}" srcOrd="0" destOrd="0" presId="urn:microsoft.com/office/officeart/2005/8/layout/vList2"/>
    <dgm:cxn modelId="{CF04B127-4368-B440-AFAE-943F70FC8D37}" type="presOf" srcId="{19792784-344C-4BB4-8753-95E18151CED6}" destId="{2AC44D66-FC5C-FF4C-BCB4-5A23C22F2563}" srcOrd="0" destOrd="0" presId="urn:microsoft.com/office/officeart/2005/8/layout/vList2"/>
    <dgm:cxn modelId="{DD308964-389F-4020-B401-EF8BD2B70553}" srcId="{19792784-344C-4BB4-8753-95E18151CED6}" destId="{81A698AC-CFAB-403F-B75F-DAC755C45DA1}" srcOrd="2" destOrd="0" parTransId="{2928A1E0-91BD-407E-9A91-E358187B799E}" sibTransId="{5BC5C0BC-7D30-4F0D-9C08-242F9768A80A}"/>
    <dgm:cxn modelId="{3AD92477-0FDA-3841-9375-D74FBC9CD48E}" type="presOf" srcId="{9C61400A-1D0F-4664-A23A-AB11373DA5A6}" destId="{47F0ACCC-4899-2D40-AB02-D87E042ADF60}" srcOrd="0" destOrd="0" presId="urn:microsoft.com/office/officeart/2005/8/layout/vList2"/>
    <dgm:cxn modelId="{0C63E788-23A9-9148-AF92-00C048D1EA05}" type="presOf" srcId="{4CBB9870-3248-4D62-A2F6-1BB143976C5F}" destId="{F1E317D6-9F47-0043-B3D9-A51415D8528B}" srcOrd="0" destOrd="0" presId="urn:microsoft.com/office/officeart/2005/8/layout/vList2"/>
    <dgm:cxn modelId="{C9477CE3-72AE-4BCF-88A8-5B6E0D2FDC99}" srcId="{19792784-344C-4BB4-8753-95E18151CED6}" destId="{4CBB9870-3248-4D62-A2F6-1BB143976C5F}" srcOrd="1" destOrd="0" parTransId="{7C0F89EB-CB64-4EB8-A0AD-0045EC305157}" sibTransId="{B486FE8F-1A3C-47AE-B896-C7C58D18537F}"/>
    <dgm:cxn modelId="{306450FC-56C8-4209-B7D4-994605A50FBA}" srcId="{19792784-344C-4BB4-8753-95E18151CED6}" destId="{9C61400A-1D0F-4664-A23A-AB11373DA5A6}" srcOrd="0" destOrd="0" parTransId="{5641DEC9-BFAD-4895-B771-1AE0C1E97E7D}" sibTransId="{F6BC9C92-6FD5-4B69-8F9B-7D8EC2983290}"/>
    <dgm:cxn modelId="{7AF96B93-C3E9-6F41-827D-C0FC5C5DB02D}" type="presParOf" srcId="{2AC44D66-FC5C-FF4C-BCB4-5A23C22F2563}" destId="{47F0ACCC-4899-2D40-AB02-D87E042ADF60}" srcOrd="0" destOrd="0" presId="urn:microsoft.com/office/officeart/2005/8/layout/vList2"/>
    <dgm:cxn modelId="{2E52395B-CDF9-3D4C-978C-AD7D4E48F060}" type="presParOf" srcId="{2AC44D66-FC5C-FF4C-BCB4-5A23C22F2563}" destId="{853DD528-957F-C740-B04E-B412D2D0A79B}" srcOrd="1" destOrd="0" presId="urn:microsoft.com/office/officeart/2005/8/layout/vList2"/>
    <dgm:cxn modelId="{9CE5789F-207E-FB45-80EE-9E789E34391C}" type="presParOf" srcId="{2AC44D66-FC5C-FF4C-BCB4-5A23C22F2563}" destId="{F1E317D6-9F47-0043-B3D9-A51415D8528B}" srcOrd="2" destOrd="0" presId="urn:microsoft.com/office/officeart/2005/8/layout/vList2"/>
    <dgm:cxn modelId="{406A0370-FA96-3B4B-A8B9-2A3B9C623216}" type="presParOf" srcId="{2AC44D66-FC5C-FF4C-BCB4-5A23C22F2563}" destId="{C17DAE0E-EE1C-924F-98A5-8CD8691A4E5E}" srcOrd="3" destOrd="0" presId="urn:microsoft.com/office/officeart/2005/8/layout/vList2"/>
    <dgm:cxn modelId="{1C2A7CFC-D57C-F14A-9263-6ED5FCD5D780}" type="presParOf" srcId="{2AC44D66-FC5C-FF4C-BCB4-5A23C22F2563}" destId="{D33E5EC8-0DE0-254E-8DC2-12C2E84004A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6DDF85-029F-4C2E-A03A-8F673F1D4F9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553155E-8610-40FB-8158-C847BFF39676}">
      <dgm:prSet/>
      <dgm:spPr/>
      <dgm:t>
        <a:bodyPr/>
        <a:lstStyle/>
        <a:p>
          <a:r>
            <a:rPr lang="en-US"/>
            <a:t>create a repository</a:t>
          </a:r>
        </a:p>
      </dgm:t>
    </dgm:pt>
    <dgm:pt modelId="{D2538017-1A29-43BC-87E9-DA7ECACC1A38}" type="parTrans" cxnId="{A82F9770-469D-4630-98BD-F7FA25D22378}">
      <dgm:prSet/>
      <dgm:spPr/>
      <dgm:t>
        <a:bodyPr/>
        <a:lstStyle/>
        <a:p>
          <a:endParaRPr lang="en-US"/>
        </a:p>
      </dgm:t>
    </dgm:pt>
    <dgm:pt modelId="{CA081477-DD99-4513-BD56-45FCF3B74F0F}" type="sibTrans" cxnId="{A82F9770-469D-4630-98BD-F7FA25D22378}">
      <dgm:prSet/>
      <dgm:spPr/>
      <dgm:t>
        <a:bodyPr/>
        <a:lstStyle/>
        <a:p>
          <a:endParaRPr lang="en-US"/>
        </a:p>
      </dgm:t>
    </dgm:pt>
    <dgm:pt modelId="{127179AF-1F31-4446-BC31-D4E8CBE6D685}">
      <dgm:prSet/>
      <dgm:spPr/>
      <dgm:t>
        <a:bodyPr/>
        <a:lstStyle/>
        <a:p>
          <a:r>
            <a:rPr lang="en-US"/>
            <a:t>make changes to files</a:t>
          </a:r>
        </a:p>
      </dgm:t>
    </dgm:pt>
    <dgm:pt modelId="{AEA9DE50-A376-4CD4-B7F1-0054C747EEB3}" type="parTrans" cxnId="{452AFEA3-9127-4E9C-8D8D-C5A0406C55BB}">
      <dgm:prSet/>
      <dgm:spPr/>
      <dgm:t>
        <a:bodyPr/>
        <a:lstStyle/>
        <a:p>
          <a:endParaRPr lang="en-US"/>
        </a:p>
      </dgm:t>
    </dgm:pt>
    <dgm:pt modelId="{BEC13397-A5C7-41B7-A839-65BFA70D76C2}" type="sibTrans" cxnId="{452AFEA3-9127-4E9C-8D8D-C5A0406C55BB}">
      <dgm:prSet/>
      <dgm:spPr/>
      <dgm:t>
        <a:bodyPr/>
        <a:lstStyle/>
        <a:p>
          <a:endParaRPr lang="en-US"/>
        </a:p>
      </dgm:t>
    </dgm:pt>
    <dgm:pt modelId="{621A3C72-F524-49E2-B9CA-13816E60D70B}">
      <dgm:prSet/>
      <dgm:spPr/>
      <dgm:t>
        <a:bodyPr/>
        <a:lstStyle/>
        <a:p>
          <a:r>
            <a:rPr lang="en-US"/>
            <a:t>stage and commit changes </a:t>
          </a:r>
        </a:p>
      </dgm:t>
    </dgm:pt>
    <dgm:pt modelId="{29236ECB-DD92-418F-A60E-EA4DAF969B00}" type="parTrans" cxnId="{8ED58FEE-0F4F-4196-93E2-F422ADDF35F3}">
      <dgm:prSet/>
      <dgm:spPr/>
      <dgm:t>
        <a:bodyPr/>
        <a:lstStyle/>
        <a:p>
          <a:endParaRPr lang="en-US"/>
        </a:p>
      </dgm:t>
    </dgm:pt>
    <dgm:pt modelId="{B4286E56-7F91-46DA-A2CB-44AE09286C2A}" type="sibTrans" cxnId="{8ED58FEE-0F4F-4196-93E2-F422ADDF35F3}">
      <dgm:prSet/>
      <dgm:spPr/>
      <dgm:t>
        <a:bodyPr/>
        <a:lstStyle/>
        <a:p>
          <a:endParaRPr lang="en-US"/>
        </a:p>
      </dgm:t>
    </dgm:pt>
    <dgm:pt modelId="{D2A2E93C-9149-47C9-8764-3C117AFD646F}">
      <dgm:prSet/>
      <dgm:spPr/>
      <dgm:t>
        <a:bodyPr/>
        <a:lstStyle/>
        <a:p>
          <a:r>
            <a:rPr lang="en-US"/>
            <a:t>view our Git history</a:t>
          </a:r>
        </a:p>
      </dgm:t>
    </dgm:pt>
    <dgm:pt modelId="{E2F9A1C8-351D-4732-9A78-174E6DF76AAF}" type="parTrans" cxnId="{916C3E2D-E24A-44F0-882D-8CC5AB986ECF}">
      <dgm:prSet/>
      <dgm:spPr/>
      <dgm:t>
        <a:bodyPr/>
        <a:lstStyle/>
        <a:p>
          <a:endParaRPr lang="en-US"/>
        </a:p>
      </dgm:t>
    </dgm:pt>
    <dgm:pt modelId="{671728AF-11EC-44B2-9433-5704394651F8}" type="sibTrans" cxnId="{916C3E2D-E24A-44F0-882D-8CC5AB986ECF}">
      <dgm:prSet/>
      <dgm:spPr/>
      <dgm:t>
        <a:bodyPr/>
        <a:lstStyle/>
        <a:p>
          <a:endParaRPr lang="en-US"/>
        </a:p>
      </dgm:t>
    </dgm:pt>
    <dgm:pt modelId="{5D5043C4-EC95-0549-95E6-22432E2183BD}" type="pres">
      <dgm:prSet presAssocID="{9B6DDF85-029F-4C2E-A03A-8F673F1D4F90}" presName="vert0" presStyleCnt="0">
        <dgm:presLayoutVars>
          <dgm:dir/>
          <dgm:animOne val="branch"/>
          <dgm:animLvl val="lvl"/>
        </dgm:presLayoutVars>
      </dgm:prSet>
      <dgm:spPr/>
    </dgm:pt>
    <dgm:pt modelId="{3219A386-9193-3B4C-A1A1-B4139E9FC5A4}" type="pres">
      <dgm:prSet presAssocID="{8553155E-8610-40FB-8158-C847BFF39676}" presName="thickLine" presStyleLbl="alignNode1" presStyleIdx="0" presStyleCnt="4"/>
      <dgm:spPr/>
    </dgm:pt>
    <dgm:pt modelId="{B4E28129-AE77-8A43-B022-B287526343DB}" type="pres">
      <dgm:prSet presAssocID="{8553155E-8610-40FB-8158-C847BFF39676}" presName="horz1" presStyleCnt="0"/>
      <dgm:spPr/>
    </dgm:pt>
    <dgm:pt modelId="{EE5D1F32-4FFD-B442-9409-BDA680A03BC6}" type="pres">
      <dgm:prSet presAssocID="{8553155E-8610-40FB-8158-C847BFF39676}" presName="tx1" presStyleLbl="revTx" presStyleIdx="0" presStyleCnt="4"/>
      <dgm:spPr/>
    </dgm:pt>
    <dgm:pt modelId="{7C617F54-F3BF-1E4A-A1C8-0E12EA9A70D4}" type="pres">
      <dgm:prSet presAssocID="{8553155E-8610-40FB-8158-C847BFF39676}" presName="vert1" presStyleCnt="0"/>
      <dgm:spPr/>
    </dgm:pt>
    <dgm:pt modelId="{835D1591-AF74-184C-AE9A-D9E07C2468AD}" type="pres">
      <dgm:prSet presAssocID="{127179AF-1F31-4446-BC31-D4E8CBE6D685}" presName="thickLine" presStyleLbl="alignNode1" presStyleIdx="1" presStyleCnt="4"/>
      <dgm:spPr/>
    </dgm:pt>
    <dgm:pt modelId="{78AB86A1-D81E-2E44-97B5-E6AD0348BA7B}" type="pres">
      <dgm:prSet presAssocID="{127179AF-1F31-4446-BC31-D4E8CBE6D685}" presName="horz1" presStyleCnt="0"/>
      <dgm:spPr/>
    </dgm:pt>
    <dgm:pt modelId="{CFD5F8E9-6B64-4946-A9FC-15E84D596433}" type="pres">
      <dgm:prSet presAssocID="{127179AF-1F31-4446-BC31-D4E8CBE6D685}" presName="tx1" presStyleLbl="revTx" presStyleIdx="1" presStyleCnt="4"/>
      <dgm:spPr/>
    </dgm:pt>
    <dgm:pt modelId="{986D8C1E-7D4D-C34A-B1BE-EFAEB4B3E646}" type="pres">
      <dgm:prSet presAssocID="{127179AF-1F31-4446-BC31-D4E8CBE6D685}" presName="vert1" presStyleCnt="0"/>
      <dgm:spPr/>
    </dgm:pt>
    <dgm:pt modelId="{DEA96D96-EA05-2B43-BC62-9D45EE011B2F}" type="pres">
      <dgm:prSet presAssocID="{621A3C72-F524-49E2-B9CA-13816E60D70B}" presName="thickLine" presStyleLbl="alignNode1" presStyleIdx="2" presStyleCnt="4"/>
      <dgm:spPr/>
    </dgm:pt>
    <dgm:pt modelId="{56F4C60A-F04D-FE41-82A3-0D95028AA0F7}" type="pres">
      <dgm:prSet presAssocID="{621A3C72-F524-49E2-B9CA-13816E60D70B}" presName="horz1" presStyleCnt="0"/>
      <dgm:spPr/>
    </dgm:pt>
    <dgm:pt modelId="{E6C87A40-5DCF-6B47-B8DD-6C9A45FDEF4B}" type="pres">
      <dgm:prSet presAssocID="{621A3C72-F524-49E2-B9CA-13816E60D70B}" presName="tx1" presStyleLbl="revTx" presStyleIdx="2" presStyleCnt="4"/>
      <dgm:spPr/>
    </dgm:pt>
    <dgm:pt modelId="{F0F3CBBD-DB50-544E-8DB0-810C3A73D561}" type="pres">
      <dgm:prSet presAssocID="{621A3C72-F524-49E2-B9CA-13816E60D70B}" presName="vert1" presStyleCnt="0"/>
      <dgm:spPr/>
    </dgm:pt>
    <dgm:pt modelId="{3DA5F109-9D4E-3C48-BCA9-0BBC0AFCEF19}" type="pres">
      <dgm:prSet presAssocID="{D2A2E93C-9149-47C9-8764-3C117AFD646F}" presName="thickLine" presStyleLbl="alignNode1" presStyleIdx="3" presStyleCnt="4"/>
      <dgm:spPr/>
    </dgm:pt>
    <dgm:pt modelId="{2B9D027E-D940-FA49-8C21-C1366F850EF6}" type="pres">
      <dgm:prSet presAssocID="{D2A2E93C-9149-47C9-8764-3C117AFD646F}" presName="horz1" presStyleCnt="0"/>
      <dgm:spPr/>
    </dgm:pt>
    <dgm:pt modelId="{CA08A85E-33D4-B44A-99F0-EF07BCE964BA}" type="pres">
      <dgm:prSet presAssocID="{D2A2E93C-9149-47C9-8764-3C117AFD646F}" presName="tx1" presStyleLbl="revTx" presStyleIdx="3" presStyleCnt="4"/>
      <dgm:spPr/>
    </dgm:pt>
    <dgm:pt modelId="{55C17111-A1E1-E24B-A0E3-213EE1584B3B}" type="pres">
      <dgm:prSet presAssocID="{D2A2E93C-9149-47C9-8764-3C117AFD646F}" presName="vert1" presStyleCnt="0"/>
      <dgm:spPr/>
    </dgm:pt>
  </dgm:ptLst>
  <dgm:cxnLst>
    <dgm:cxn modelId="{0AC84227-A8A6-A040-8A04-C5999292BF08}" type="presOf" srcId="{621A3C72-F524-49E2-B9CA-13816E60D70B}" destId="{E6C87A40-5DCF-6B47-B8DD-6C9A45FDEF4B}" srcOrd="0" destOrd="0" presId="urn:microsoft.com/office/officeart/2008/layout/LinedList"/>
    <dgm:cxn modelId="{916C3E2D-E24A-44F0-882D-8CC5AB986ECF}" srcId="{9B6DDF85-029F-4C2E-A03A-8F673F1D4F90}" destId="{D2A2E93C-9149-47C9-8764-3C117AFD646F}" srcOrd="3" destOrd="0" parTransId="{E2F9A1C8-351D-4732-9A78-174E6DF76AAF}" sibTransId="{671728AF-11EC-44B2-9433-5704394651F8}"/>
    <dgm:cxn modelId="{A82F9770-469D-4630-98BD-F7FA25D22378}" srcId="{9B6DDF85-029F-4C2E-A03A-8F673F1D4F90}" destId="{8553155E-8610-40FB-8158-C847BFF39676}" srcOrd="0" destOrd="0" parTransId="{D2538017-1A29-43BC-87E9-DA7ECACC1A38}" sibTransId="{CA081477-DD99-4513-BD56-45FCF3B74F0F}"/>
    <dgm:cxn modelId="{452AFEA3-9127-4E9C-8D8D-C5A0406C55BB}" srcId="{9B6DDF85-029F-4C2E-A03A-8F673F1D4F90}" destId="{127179AF-1F31-4446-BC31-D4E8CBE6D685}" srcOrd="1" destOrd="0" parTransId="{AEA9DE50-A376-4CD4-B7F1-0054C747EEB3}" sibTransId="{BEC13397-A5C7-41B7-A839-65BFA70D76C2}"/>
    <dgm:cxn modelId="{99C4C8AC-6B47-474F-A141-ED6746DECBE4}" type="presOf" srcId="{D2A2E93C-9149-47C9-8764-3C117AFD646F}" destId="{CA08A85E-33D4-B44A-99F0-EF07BCE964BA}" srcOrd="0" destOrd="0" presId="urn:microsoft.com/office/officeart/2008/layout/LinedList"/>
    <dgm:cxn modelId="{8D5A2DB4-6E1D-814C-BBF2-6CC2FAEF8C9F}" type="presOf" srcId="{127179AF-1F31-4446-BC31-D4E8CBE6D685}" destId="{CFD5F8E9-6B64-4946-A9FC-15E84D596433}" srcOrd="0" destOrd="0" presId="urn:microsoft.com/office/officeart/2008/layout/LinedList"/>
    <dgm:cxn modelId="{95B42CE3-250C-9641-B09A-BA572F414989}" type="presOf" srcId="{9B6DDF85-029F-4C2E-A03A-8F673F1D4F90}" destId="{5D5043C4-EC95-0549-95E6-22432E2183BD}" srcOrd="0" destOrd="0" presId="urn:microsoft.com/office/officeart/2008/layout/LinedList"/>
    <dgm:cxn modelId="{8ED58FEE-0F4F-4196-93E2-F422ADDF35F3}" srcId="{9B6DDF85-029F-4C2E-A03A-8F673F1D4F90}" destId="{621A3C72-F524-49E2-B9CA-13816E60D70B}" srcOrd="2" destOrd="0" parTransId="{29236ECB-DD92-418F-A60E-EA4DAF969B00}" sibTransId="{B4286E56-7F91-46DA-A2CB-44AE09286C2A}"/>
    <dgm:cxn modelId="{EA9378FC-A350-C546-B92E-FC76A0DF7DB0}" type="presOf" srcId="{8553155E-8610-40FB-8158-C847BFF39676}" destId="{EE5D1F32-4FFD-B442-9409-BDA680A03BC6}" srcOrd="0" destOrd="0" presId="urn:microsoft.com/office/officeart/2008/layout/LinedList"/>
    <dgm:cxn modelId="{F472C6A5-0CC3-044F-ACE1-4259B3BC05A4}" type="presParOf" srcId="{5D5043C4-EC95-0549-95E6-22432E2183BD}" destId="{3219A386-9193-3B4C-A1A1-B4139E9FC5A4}" srcOrd="0" destOrd="0" presId="urn:microsoft.com/office/officeart/2008/layout/LinedList"/>
    <dgm:cxn modelId="{667342D6-5C4D-9D47-A96F-6341D01B79A7}" type="presParOf" srcId="{5D5043C4-EC95-0549-95E6-22432E2183BD}" destId="{B4E28129-AE77-8A43-B022-B287526343DB}" srcOrd="1" destOrd="0" presId="urn:microsoft.com/office/officeart/2008/layout/LinedList"/>
    <dgm:cxn modelId="{D456B3FA-57A8-724E-9149-51857EB71491}" type="presParOf" srcId="{B4E28129-AE77-8A43-B022-B287526343DB}" destId="{EE5D1F32-4FFD-B442-9409-BDA680A03BC6}" srcOrd="0" destOrd="0" presId="urn:microsoft.com/office/officeart/2008/layout/LinedList"/>
    <dgm:cxn modelId="{05F56DA1-FB5A-9842-B80D-413B43C491F1}" type="presParOf" srcId="{B4E28129-AE77-8A43-B022-B287526343DB}" destId="{7C617F54-F3BF-1E4A-A1C8-0E12EA9A70D4}" srcOrd="1" destOrd="0" presId="urn:microsoft.com/office/officeart/2008/layout/LinedList"/>
    <dgm:cxn modelId="{E01954EB-64D7-2B4E-B322-A1340E90BCD9}" type="presParOf" srcId="{5D5043C4-EC95-0549-95E6-22432E2183BD}" destId="{835D1591-AF74-184C-AE9A-D9E07C2468AD}" srcOrd="2" destOrd="0" presId="urn:microsoft.com/office/officeart/2008/layout/LinedList"/>
    <dgm:cxn modelId="{CC70115E-4F96-A445-A345-3ABFEF8E8894}" type="presParOf" srcId="{5D5043C4-EC95-0549-95E6-22432E2183BD}" destId="{78AB86A1-D81E-2E44-97B5-E6AD0348BA7B}" srcOrd="3" destOrd="0" presId="urn:microsoft.com/office/officeart/2008/layout/LinedList"/>
    <dgm:cxn modelId="{A55E01C0-11C3-2047-B6E3-5650B90FF3AF}" type="presParOf" srcId="{78AB86A1-D81E-2E44-97B5-E6AD0348BA7B}" destId="{CFD5F8E9-6B64-4946-A9FC-15E84D596433}" srcOrd="0" destOrd="0" presId="urn:microsoft.com/office/officeart/2008/layout/LinedList"/>
    <dgm:cxn modelId="{1AAF966D-16EC-7D48-B7B8-321D2EDFE58F}" type="presParOf" srcId="{78AB86A1-D81E-2E44-97B5-E6AD0348BA7B}" destId="{986D8C1E-7D4D-C34A-B1BE-EFAEB4B3E646}" srcOrd="1" destOrd="0" presId="urn:microsoft.com/office/officeart/2008/layout/LinedList"/>
    <dgm:cxn modelId="{5B466C16-58AE-A24E-89BA-681CC5BEFDE7}" type="presParOf" srcId="{5D5043C4-EC95-0549-95E6-22432E2183BD}" destId="{DEA96D96-EA05-2B43-BC62-9D45EE011B2F}" srcOrd="4" destOrd="0" presId="urn:microsoft.com/office/officeart/2008/layout/LinedList"/>
    <dgm:cxn modelId="{4D588794-F41D-F844-808D-425D764167DF}" type="presParOf" srcId="{5D5043C4-EC95-0549-95E6-22432E2183BD}" destId="{56F4C60A-F04D-FE41-82A3-0D95028AA0F7}" srcOrd="5" destOrd="0" presId="urn:microsoft.com/office/officeart/2008/layout/LinedList"/>
    <dgm:cxn modelId="{C0541661-57FF-2E4B-B2F4-D018E76C65AE}" type="presParOf" srcId="{56F4C60A-F04D-FE41-82A3-0D95028AA0F7}" destId="{E6C87A40-5DCF-6B47-B8DD-6C9A45FDEF4B}" srcOrd="0" destOrd="0" presId="urn:microsoft.com/office/officeart/2008/layout/LinedList"/>
    <dgm:cxn modelId="{02FCA74F-C7F5-BD40-9F24-662E18455066}" type="presParOf" srcId="{56F4C60A-F04D-FE41-82A3-0D95028AA0F7}" destId="{F0F3CBBD-DB50-544E-8DB0-810C3A73D561}" srcOrd="1" destOrd="0" presId="urn:microsoft.com/office/officeart/2008/layout/LinedList"/>
    <dgm:cxn modelId="{7265FD1A-D6B4-2B4C-8AE2-AA34024AD227}" type="presParOf" srcId="{5D5043C4-EC95-0549-95E6-22432E2183BD}" destId="{3DA5F109-9D4E-3C48-BCA9-0BBC0AFCEF19}" srcOrd="6" destOrd="0" presId="urn:microsoft.com/office/officeart/2008/layout/LinedList"/>
    <dgm:cxn modelId="{358FF98D-32BC-1B4D-AF9F-0371229DB67C}" type="presParOf" srcId="{5D5043C4-EC95-0549-95E6-22432E2183BD}" destId="{2B9D027E-D940-FA49-8C21-C1366F850EF6}" srcOrd="7" destOrd="0" presId="urn:microsoft.com/office/officeart/2008/layout/LinedList"/>
    <dgm:cxn modelId="{025FB1C5-AD7F-9B43-A195-276A7CDE456E}" type="presParOf" srcId="{2B9D027E-D940-FA49-8C21-C1366F850EF6}" destId="{CA08A85E-33D4-B44A-99F0-EF07BCE964BA}" srcOrd="0" destOrd="0" presId="urn:microsoft.com/office/officeart/2008/layout/LinedList"/>
    <dgm:cxn modelId="{A91A9AB6-1500-D840-9D59-35EE6059AA9C}" type="presParOf" srcId="{2B9D027E-D940-FA49-8C21-C1366F850EF6}" destId="{55C17111-A1E1-E24B-A0E3-213EE1584B3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F3E4A41-2666-4130-9D81-DC11DC13831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9216484-F37A-43B8-A03D-8A070BA745DB}">
      <dgm:prSet/>
      <dgm:spPr/>
      <dgm:t>
        <a:bodyPr/>
        <a:lstStyle/>
        <a:p>
          <a:r>
            <a:rPr lang="en-US"/>
            <a:t>Basic Git Commands:</a:t>
          </a:r>
        </a:p>
      </dgm:t>
    </dgm:pt>
    <dgm:pt modelId="{0D403AD1-513B-4AF0-8A64-2B8B1C582372}" type="parTrans" cxnId="{7B4D0E6F-9E41-4977-857A-2976B85D1222}">
      <dgm:prSet/>
      <dgm:spPr/>
      <dgm:t>
        <a:bodyPr/>
        <a:lstStyle/>
        <a:p>
          <a:endParaRPr lang="en-US"/>
        </a:p>
      </dgm:t>
    </dgm:pt>
    <dgm:pt modelId="{4C6C1836-E5F3-4B38-893F-1F105822FFDB}" type="sibTrans" cxnId="{7B4D0E6F-9E41-4977-857A-2976B85D1222}">
      <dgm:prSet/>
      <dgm:spPr/>
      <dgm:t>
        <a:bodyPr/>
        <a:lstStyle/>
        <a:p>
          <a:endParaRPr lang="en-US"/>
        </a:p>
      </dgm:t>
    </dgm:pt>
    <dgm:pt modelId="{36AEF175-B237-4320-9A7D-FCA2C42179F6}">
      <dgm:prSet/>
      <dgm:spPr/>
      <dgm:t>
        <a:bodyPr/>
        <a:lstStyle/>
        <a:p>
          <a:r>
            <a:rPr lang="en-US"/>
            <a:t>git init              # Initialize repository</a:t>
          </a:r>
        </a:p>
      </dgm:t>
    </dgm:pt>
    <dgm:pt modelId="{A27E0F4B-4D2E-4547-A4FF-C07508AF17BD}" type="parTrans" cxnId="{29AF3E3E-4A12-4054-9B29-B93AE9AA7149}">
      <dgm:prSet/>
      <dgm:spPr/>
      <dgm:t>
        <a:bodyPr/>
        <a:lstStyle/>
        <a:p>
          <a:endParaRPr lang="en-US"/>
        </a:p>
      </dgm:t>
    </dgm:pt>
    <dgm:pt modelId="{0E965255-1CED-43BA-B4EF-C527536BF1CC}" type="sibTrans" cxnId="{29AF3E3E-4A12-4054-9B29-B93AE9AA7149}">
      <dgm:prSet/>
      <dgm:spPr/>
      <dgm:t>
        <a:bodyPr/>
        <a:lstStyle/>
        <a:p>
          <a:endParaRPr lang="en-US"/>
        </a:p>
      </dgm:t>
    </dgm:pt>
    <dgm:pt modelId="{327E8C50-D4E4-4848-9832-61155381C359}">
      <dgm:prSet/>
      <dgm:spPr/>
      <dgm:t>
        <a:bodyPr/>
        <a:lstStyle/>
        <a:p>
          <a:r>
            <a:rPr lang="en-US"/>
            <a:t>git status            # Check status</a:t>
          </a:r>
        </a:p>
      </dgm:t>
    </dgm:pt>
    <dgm:pt modelId="{DB15C4FA-7D6C-4635-918B-C15BCAB7812E}" type="parTrans" cxnId="{16E73B88-FE4D-43A2-99CA-5EBCF5113EC8}">
      <dgm:prSet/>
      <dgm:spPr/>
      <dgm:t>
        <a:bodyPr/>
        <a:lstStyle/>
        <a:p>
          <a:endParaRPr lang="en-US"/>
        </a:p>
      </dgm:t>
    </dgm:pt>
    <dgm:pt modelId="{9D08DB46-AD3A-4C7D-9699-63C8628D676A}" type="sibTrans" cxnId="{16E73B88-FE4D-43A2-99CA-5EBCF5113EC8}">
      <dgm:prSet/>
      <dgm:spPr/>
      <dgm:t>
        <a:bodyPr/>
        <a:lstStyle/>
        <a:p>
          <a:endParaRPr lang="en-US"/>
        </a:p>
      </dgm:t>
    </dgm:pt>
    <dgm:pt modelId="{61B86E42-FC59-460E-A60E-EF650710C892}">
      <dgm:prSet/>
      <dgm:spPr/>
      <dgm:t>
        <a:bodyPr/>
        <a:lstStyle/>
        <a:p>
          <a:r>
            <a:rPr lang="en-US"/>
            <a:t>git add &lt;file&gt;        # Stage files</a:t>
          </a:r>
        </a:p>
      </dgm:t>
    </dgm:pt>
    <dgm:pt modelId="{EEF25656-98D4-4F37-9469-BE3F92EDC192}" type="parTrans" cxnId="{E1BCBCE1-28F6-4312-B74C-9404C7420497}">
      <dgm:prSet/>
      <dgm:spPr/>
      <dgm:t>
        <a:bodyPr/>
        <a:lstStyle/>
        <a:p>
          <a:endParaRPr lang="en-US"/>
        </a:p>
      </dgm:t>
    </dgm:pt>
    <dgm:pt modelId="{26DC225D-D683-4535-9ADF-1523920459D5}" type="sibTrans" cxnId="{E1BCBCE1-28F6-4312-B74C-9404C7420497}">
      <dgm:prSet/>
      <dgm:spPr/>
      <dgm:t>
        <a:bodyPr/>
        <a:lstStyle/>
        <a:p>
          <a:endParaRPr lang="en-US"/>
        </a:p>
      </dgm:t>
    </dgm:pt>
    <dgm:pt modelId="{956876A4-78C1-4068-AAE8-1B9BFB4D2351}">
      <dgm:prSet/>
      <dgm:spPr/>
      <dgm:t>
        <a:bodyPr/>
        <a:lstStyle/>
        <a:p>
          <a:r>
            <a:rPr lang="en-US"/>
            <a:t>git commit -m "msg"   # Commit changes</a:t>
          </a:r>
        </a:p>
      </dgm:t>
    </dgm:pt>
    <dgm:pt modelId="{12D3154D-824E-4B74-B849-0262C21578DC}" type="parTrans" cxnId="{BCBA75E0-78BB-4262-B714-DBFB90E77521}">
      <dgm:prSet/>
      <dgm:spPr/>
      <dgm:t>
        <a:bodyPr/>
        <a:lstStyle/>
        <a:p>
          <a:endParaRPr lang="en-US"/>
        </a:p>
      </dgm:t>
    </dgm:pt>
    <dgm:pt modelId="{4406628D-AB8F-4396-A185-2DB6D64CDD3B}" type="sibTrans" cxnId="{BCBA75E0-78BB-4262-B714-DBFB90E77521}">
      <dgm:prSet/>
      <dgm:spPr/>
      <dgm:t>
        <a:bodyPr/>
        <a:lstStyle/>
        <a:p>
          <a:endParaRPr lang="en-US"/>
        </a:p>
      </dgm:t>
    </dgm:pt>
    <dgm:pt modelId="{B1CD265B-FA09-486E-9034-FB789082A3E1}">
      <dgm:prSet/>
      <dgm:spPr/>
      <dgm:t>
        <a:bodyPr/>
        <a:lstStyle/>
        <a:p>
          <a:r>
            <a:rPr lang="en-US"/>
            <a:t>git log               # View history</a:t>
          </a:r>
        </a:p>
      </dgm:t>
    </dgm:pt>
    <dgm:pt modelId="{7325546D-75AF-4CDB-A18D-8071C9071C6F}" type="parTrans" cxnId="{921586DF-4B09-46B9-BE03-0E517D5E47A8}">
      <dgm:prSet/>
      <dgm:spPr/>
      <dgm:t>
        <a:bodyPr/>
        <a:lstStyle/>
        <a:p>
          <a:endParaRPr lang="en-US"/>
        </a:p>
      </dgm:t>
    </dgm:pt>
    <dgm:pt modelId="{925A9632-0752-4C1D-AA12-E07FB7DE8161}" type="sibTrans" cxnId="{921586DF-4B09-46B9-BE03-0E517D5E47A8}">
      <dgm:prSet/>
      <dgm:spPr/>
      <dgm:t>
        <a:bodyPr/>
        <a:lstStyle/>
        <a:p>
          <a:endParaRPr lang="en-US"/>
        </a:p>
      </dgm:t>
    </dgm:pt>
    <dgm:pt modelId="{07EAD8D3-310B-CD41-A34A-DBEF538D1DA1}" type="pres">
      <dgm:prSet presAssocID="{5F3E4A41-2666-4130-9D81-DC11DC138316}" presName="vert0" presStyleCnt="0">
        <dgm:presLayoutVars>
          <dgm:dir/>
          <dgm:animOne val="branch"/>
          <dgm:animLvl val="lvl"/>
        </dgm:presLayoutVars>
      </dgm:prSet>
      <dgm:spPr/>
    </dgm:pt>
    <dgm:pt modelId="{8D6C3E6E-9992-D344-B6F2-63F738CBC4A4}" type="pres">
      <dgm:prSet presAssocID="{C9216484-F37A-43B8-A03D-8A070BA745DB}" presName="thickLine" presStyleLbl="alignNode1" presStyleIdx="0" presStyleCnt="6"/>
      <dgm:spPr/>
    </dgm:pt>
    <dgm:pt modelId="{A35AE098-1A52-764D-91AF-54A2D916672A}" type="pres">
      <dgm:prSet presAssocID="{C9216484-F37A-43B8-A03D-8A070BA745DB}" presName="horz1" presStyleCnt="0"/>
      <dgm:spPr/>
    </dgm:pt>
    <dgm:pt modelId="{870D1F77-2241-3848-8A4A-D74AE87365E1}" type="pres">
      <dgm:prSet presAssocID="{C9216484-F37A-43B8-A03D-8A070BA745DB}" presName="tx1" presStyleLbl="revTx" presStyleIdx="0" presStyleCnt="6"/>
      <dgm:spPr/>
    </dgm:pt>
    <dgm:pt modelId="{2B999DF1-8561-F642-B82D-3C535018E9F9}" type="pres">
      <dgm:prSet presAssocID="{C9216484-F37A-43B8-A03D-8A070BA745DB}" presName="vert1" presStyleCnt="0"/>
      <dgm:spPr/>
    </dgm:pt>
    <dgm:pt modelId="{E9F044D0-4B7C-3C4D-80EF-0D7D806BBD2A}" type="pres">
      <dgm:prSet presAssocID="{36AEF175-B237-4320-9A7D-FCA2C42179F6}" presName="thickLine" presStyleLbl="alignNode1" presStyleIdx="1" presStyleCnt="6"/>
      <dgm:spPr/>
    </dgm:pt>
    <dgm:pt modelId="{38CB7C06-2CCF-0F44-9951-7FDC01CE1700}" type="pres">
      <dgm:prSet presAssocID="{36AEF175-B237-4320-9A7D-FCA2C42179F6}" presName="horz1" presStyleCnt="0"/>
      <dgm:spPr/>
    </dgm:pt>
    <dgm:pt modelId="{47296F10-A712-A448-A2AA-9241B0A560E2}" type="pres">
      <dgm:prSet presAssocID="{36AEF175-B237-4320-9A7D-FCA2C42179F6}" presName="tx1" presStyleLbl="revTx" presStyleIdx="1" presStyleCnt="6"/>
      <dgm:spPr/>
    </dgm:pt>
    <dgm:pt modelId="{7AFA65B1-4800-9042-A3E3-76991B3CEC85}" type="pres">
      <dgm:prSet presAssocID="{36AEF175-B237-4320-9A7D-FCA2C42179F6}" presName="vert1" presStyleCnt="0"/>
      <dgm:spPr/>
    </dgm:pt>
    <dgm:pt modelId="{146C726C-9277-054D-99D5-1CF6A359592F}" type="pres">
      <dgm:prSet presAssocID="{327E8C50-D4E4-4848-9832-61155381C359}" presName="thickLine" presStyleLbl="alignNode1" presStyleIdx="2" presStyleCnt="6"/>
      <dgm:spPr/>
    </dgm:pt>
    <dgm:pt modelId="{EF10F69E-76B1-E240-A7BA-B48FA11FB1F8}" type="pres">
      <dgm:prSet presAssocID="{327E8C50-D4E4-4848-9832-61155381C359}" presName="horz1" presStyleCnt="0"/>
      <dgm:spPr/>
    </dgm:pt>
    <dgm:pt modelId="{CD80733B-48BA-404B-85F2-535710683500}" type="pres">
      <dgm:prSet presAssocID="{327E8C50-D4E4-4848-9832-61155381C359}" presName="tx1" presStyleLbl="revTx" presStyleIdx="2" presStyleCnt="6"/>
      <dgm:spPr/>
    </dgm:pt>
    <dgm:pt modelId="{85257964-ECFC-B546-880F-A2685ABF1694}" type="pres">
      <dgm:prSet presAssocID="{327E8C50-D4E4-4848-9832-61155381C359}" presName="vert1" presStyleCnt="0"/>
      <dgm:spPr/>
    </dgm:pt>
    <dgm:pt modelId="{8B375FF2-9269-D847-845D-24BF4C2368D8}" type="pres">
      <dgm:prSet presAssocID="{61B86E42-FC59-460E-A60E-EF650710C892}" presName="thickLine" presStyleLbl="alignNode1" presStyleIdx="3" presStyleCnt="6"/>
      <dgm:spPr/>
    </dgm:pt>
    <dgm:pt modelId="{B3328D95-BAE6-F34E-8712-09E1542D56EC}" type="pres">
      <dgm:prSet presAssocID="{61B86E42-FC59-460E-A60E-EF650710C892}" presName="horz1" presStyleCnt="0"/>
      <dgm:spPr/>
    </dgm:pt>
    <dgm:pt modelId="{41EAE20C-61E8-AB40-A7AC-50A630B72990}" type="pres">
      <dgm:prSet presAssocID="{61B86E42-FC59-460E-A60E-EF650710C892}" presName="tx1" presStyleLbl="revTx" presStyleIdx="3" presStyleCnt="6"/>
      <dgm:spPr/>
    </dgm:pt>
    <dgm:pt modelId="{59EF092C-ED59-4E41-8328-A2B2CC67E038}" type="pres">
      <dgm:prSet presAssocID="{61B86E42-FC59-460E-A60E-EF650710C892}" presName="vert1" presStyleCnt="0"/>
      <dgm:spPr/>
    </dgm:pt>
    <dgm:pt modelId="{21D0D164-7EF4-C442-90D7-4651AB9DCFCA}" type="pres">
      <dgm:prSet presAssocID="{956876A4-78C1-4068-AAE8-1B9BFB4D2351}" presName="thickLine" presStyleLbl="alignNode1" presStyleIdx="4" presStyleCnt="6"/>
      <dgm:spPr/>
    </dgm:pt>
    <dgm:pt modelId="{09617A29-13A1-704B-BE32-028806C9BE01}" type="pres">
      <dgm:prSet presAssocID="{956876A4-78C1-4068-AAE8-1B9BFB4D2351}" presName="horz1" presStyleCnt="0"/>
      <dgm:spPr/>
    </dgm:pt>
    <dgm:pt modelId="{82313633-1118-B642-B7AD-4B76B90CD26F}" type="pres">
      <dgm:prSet presAssocID="{956876A4-78C1-4068-AAE8-1B9BFB4D2351}" presName="tx1" presStyleLbl="revTx" presStyleIdx="4" presStyleCnt="6"/>
      <dgm:spPr/>
    </dgm:pt>
    <dgm:pt modelId="{A4B3DA4C-8967-B84C-AB31-C99AAF006DA9}" type="pres">
      <dgm:prSet presAssocID="{956876A4-78C1-4068-AAE8-1B9BFB4D2351}" presName="vert1" presStyleCnt="0"/>
      <dgm:spPr/>
    </dgm:pt>
    <dgm:pt modelId="{4839997C-18DA-AF4E-A8D4-572D3C8794A2}" type="pres">
      <dgm:prSet presAssocID="{B1CD265B-FA09-486E-9034-FB789082A3E1}" presName="thickLine" presStyleLbl="alignNode1" presStyleIdx="5" presStyleCnt="6"/>
      <dgm:spPr/>
    </dgm:pt>
    <dgm:pt modelId="{D7D219C9-4B34-B14F-973C-7357D62A7E84}" type="pres">
      <dgm:prSet presAssocID="{B1CD265B-FA09-486E-9034-FB789082A3E1}" presName="horz1" presStyleCnt="0"/>
      <dgm:spPr/>
    </dgm:pt>
    <dgm:pt modelId="{D127B300-834E-4345-9228-752E05549F7E}" type="pres">
      <dgm:prSet presAssocID="{B1CD265B-FA09-486E-9034-FB789082A3E1}" presName="tx1" presStyleLbl="revTx" presStyleIdx="5" presStyleCnt="6"/>
      <dgm:spPr/>
    </dgm:pt>
    <dgm:pt modelId="{7CC842F3-CB01-9745-979D-FB7DE9751CDA}" type="pres">
      <dgm:prSet presAssocID="{B1CD265B-FA09-486E-9034-FB789082A3E1}" presName="vert1" presStyleCnt="0"/>
      <dgm:spPr/>
    </dgm:pt>
  </dgm:ptLst>
  <dgm:cxnLst>
    <dgm:cxn modelId="{FD1C4633-8DB9-8744-920D-225DB826C36E}" type="presOf" srcId="{61B86E42-FC59-460E-A60E-EF650710C892}" destId="{41EAE20C-61E8-AB40-A7AC-50A630B72990}" srcOrd="0" destOrd="0" presId="urn:microsoft.com/office/officeart/2008/layout/LinedList"/>
    <dgm:cxn modelId="{A552063A-4112-4C46-BFB9-12CAFE2F1584}" type="presOf" srcId="{C9216484-F37A-43B8-A03D-8A070BA745DB}" destId="{870D1F77-2241-3848-8A4A-D74AE87365E1}" srcOrd="0" destOrd="0" presId="urn:microsoft.com/office/officeart/2008/layout/LinedList"/>
    <dgm:cxn modelId="{9C7B9F3A-9290-1B47-84A7-5F4D1F2E6210}" type="presOf" srcId="{5F3E4A41-2666-4130-9D81-DC11DC138316}" destId="{07EAD8D3-310B-CD41-A34A-DBEF538D1DA1}" srcOrd="0" destOrd="0" presId="urn:microsoft.com/office/officeart/2008/layout/LinedList"/>
    <dgm:cxn modelId="{29AF3E3E-4A12-4054-9B29-B93AE9AA7149}" srcId="{5F3E4A41-2666-4130-9D81-DC11DC138316}" destId="{36AEF175-B237-4320-9A7D-FCA2C42179F6}" srcOrd="1" destOrd="0" parTransId="{A27E0F4B-4D2E-4547-A4FF-C07508AF17BD}" sibTransId="{0E965255-1CED-43BA-B4EF-C527536BF1CC}"/>
    <dgm:cxn modelId="{79BADC59-A9E0-304D-AFCC-D3C95E9B4ED5}" type="presOf" srcId="{B1CD265B-FA09-486E-9034-FB789082A3E1}" destId="{D127B300-834E-4345-9228-752E05549F7E}" srcOrd="0" destOrd="0" presId="urn:microsoft.com/office/officeart/2008/layout/LinedList"/>
    <dgm:cxn modelId="{7B4D0E6F-9E41-4977-857A-2976B85D1222}" srcId="{5F3E4A41-2666-4130-9D81-DC11DC138316}" destId="{C9216484-F37A-43B8-A03D-8A070BA745DB}" srcOrd="0" destOrd="0" parTransId="{0D403AD1-513B-4AF0-8A64-2B8B1C582372}" sibTransId="{4C6C1836-E5F3-4B38-893F-1F105822FFDB}"/>
    <dgm:cxn modelId="{39888070-6B26-9C49-963D-AD87865B0CFD}" type="presOf" srcId="{956876A4-78C1-4068-AAE8-1B9BFB4D2351}" destId="{82313633-1118-B642-B7AD-4B76B90CD26F}" srcOrd="0" destOrd="0" presId="urn:microsoft.com/office/officeart/2008/layout/LinedList"/>
    <dgm:cxn modelId="{16E73B88-FE4D-43A2-99CA-5EBCF5113EC8}" srcId="{5F3E4A41-2666-4130-9D81-DC11DC138316}" destId="{327E8C50-D4E4-4848-9832-61155381C359}" srcOrd="2" destOrd="0" parTransId="{DB15C4FA-7D6C-4635-918B-C15BCAB7812E}" sibTransId="{9D08DB46-AD3A-4C7D-9699-63C8628D676A}"/>
    <dgm:cxn modelId="{170D0B89-59EA-B148-992A-D7B44F4EAD10}" type="presOf" srcId="{36AEF175-B237-4320-9A7D-FCA2C42179F6}" destId="{47296F10-A712-A448-A2AA-9241B0A560E2}" srcOrd="0" destOrd="0" presId="urn:microsoft.com/office/officeart/2008/layout/LinedList"/>
    <dgm:cxn modelId="{921586DF-4B09-46B9-BE03-0E517D5E47A8}" srcId="{5F3E4A41-2666-4130-9D81-DC11DC138316}" destId="{B1CD265B-FA09-486E-9034-FB789082A3E1}" srcOrd="5" destOrd="0" parTransId="{7325546D-75AF-4CDB-A18D-8071C9071C6F}" sibTransId="{925A9632-0752-4C1D-AA12-E07FB7DE8161}"/>
    <dgm:cxn modelId="{BCBA75E0-78BB-4262-B714-DBFB90E77521}" srcId="{5F3E4A41-2666-4130-9D81-DC11DC138316}" destId="{956876A4-78C1-4068-AAE8-1B9BFB4D2351}" srcOrd="4" destOrd="0" parTransId="{12D3154D-824E-4B74-B849-0262C21578DC}" sibTransId="{4406628D-AB8F-4396-A185-2DB6D64CDD3B}"/>
    <dgm:cxn modelId="{E1BCBCE1-28F6-4312-B74C-9404C7420497}" srcId="{5F3E4A41-2666-4130-9D81-DC11DC138316}" destId="{61B86E42-FC59-460E-A60E-EF650710C892}" srcOrd="3" destOrd="0" parTransId="{EEF25656-98D4-4F37-9469-BE3F92EDC192}" sibTransId="{26DC225D-D683-4535-9ADF-1523920459D5}"/>
    <dgm:cxn modelId="{9C9EE6FB-ADF7-6F46-AACA-11951830402E}" type="presOf" srcId="{327E8C50-D4E4-4848-9832-61155381C359}" destId="{CD80733B-48BA-404B-85F2-535710683500}" srcOrd="0" destOrd="0" presId="urn:microsoft.com/office/officeart/2008/layout/LinedList"/>
    <dgm:cxn modelId="{64FE5A9E-FC4F-F34E-952E-AF359A90B66C}" type="presParOf" srcId="{07EAD8D3-310B-CD41-A34A-DBEF538D1DA1}" destId="{8D6C3E6E-9992-D344-B6F2-63F738CBC4A4}" srcOrd="0" destOrd="0" presId="urn:microsoft.com/office/officeart/2008/layout/LinedList"/>
    <dgm:cxn modelId="{312C0EC8-9A08-7746-8A04-E1173F737025}" type="presParOf" srcId="{07EAD8D3-310B-CD41-A34A-DBEF538D1DA1}" destId="{A35AE098-1A52-764D-91AF-54A2D916672A}" srcOrd="1" destOrd="0" presId="urn:microsoft.com/office/officeart/2008/layout/LinedList"/>
    <dgm:cxn modelId="{08B3A6E2-CF89-B44C-A6B3-5F713C3E01D1}" type="presParOf" srcId="{A35AE098-1A52-764D-91AF-54A2D916672A}" destId="{870D1F77-2241-3848-8A4A-D74AE87365E1}" srcOrd="0" destOrd="0" presId="urn:microsoft.com/office/officeart/2008/layout/LinedList"/>
    <dgm:cxn modelId="{9F836AC7-1C15-534E-AB39-91E73E54ED12}" type="presParOf" srcId="{A35AE098-1A52-764D-91AF-54A2D916672A}" destId="{2B999DF1-8561-F642-B82D-3C535018E9F9}" srcOrd="1" destOrd="0" presId="urn:microsoft.com/office/officeart/2008/layout/LinedList"/>
    <dgm:cxn modelId="{197CCC9A-60C2-F54F-94C0-E96CFE1E4C2F}" type="presParOf" srcId="{07EAD8D3-310B-CD41-A34A-DBEF538D1DA1}" destId="{E9F044D0-4B7C-3C4D-80EF-0D7D806BBD2A}" srcOrd="2" destOrd="0" presId="urn:microsoft.com/office/officeart/2008/layout/LinedList"/>
    <dgm:cxn modelId="{16864F98-B390-534D-B4DB-4CA2715D2B72}" type="presParOf" srcId="{07EAD8D3-310B-CD41-A34A-DBEF538D1DA1}" destId="{38CB7C06-2CCF-0F44-9951-7FDC01CE1700}" srcOrd="3" destOrd="0" presId="urn:microsoft.com/office/officeart/2008/layout/LinedList"/>
    <dgm:cxn modelId="{6CCE1EDA-BC47-FD4C-A473-3ECB1FC0B11F}" type="presParOf" srcId="{38CB7C06-2CCF-0F44-9951-7FDC01CE1700}" destId="{47296F10-A712-A448-A2AA-9241B0A560E2}" srcOrd="0" destOrd="0" presId="urn:microsoft.com/office/officeart/2008/layout/LinedList"/>
    <dgm:cxn modelId="{5F26AE5F-9668-E842-BA37-1B74E08E4BA8}" type="presParOf" srcId="{38CB7C06-2CCF-0F44-9951-7FDC01CE1700}" destId="{7AFA65B1-4800-9042-A3E3-76991B3CEC85}" srcOrd="1" destOrd="0" presId="urn:microsoft.com/office/officeart/2008/layout/LinedList"/>
    <dgm:cxn modelId="{C878D9C2-A8A6-0E4E-9184-2CAD4D8A71A3}" type="presParOf" srcId="{07EAD8D3-310B-CD41-A34A-DBEF538D1DA1}" destId="{146C726C-9277-054D-99D5-1CF6A359592F}" srcOrd="4" destOrd="0" presId="urn:microsoft.com/office/officeart/2008/layout/LinedList"/>
    <dgm:cxn modelId="{471A6465-83C9-3C45-97D3-508995E82ABC}" type="presParOf" srcId="{07EAD8D3-310B-CD41-A34A-DBEF538D1DA1}" destId="{EF10F69E-76B1-E240-A7BA-B48FA11FB1F8}" srcOrd="5" destOrd="0" presId="urn:microsoft.com/office/officeart/2008/layout/LinedList"/>
    <dgm:cxn modelId="{8F0CFADC-E96F-4F4B-9B82-8C188338BF3A}" type="presParOf" srcId="{EF10F69E-76B1-E240-A7BA-B48FA11FB1F8}" destId="{CD80733B-48BA-404B-85F2-535710683500}" srcOrd="0" destOrd="0" presId="urn:microsoft.com/office/officeart/2008/layout/LinedList"/>
    <dgm:cxn modelId="{5FB24094-3147-384F-A081-6CF23C6EBC63}" type="presParOf" srcId="{EF10F69E-76B1-E240-A7BA-B48FA11FB1F8}" destId="{85257964-ECFC-B546-880F-A2685ABF1694}" srcOrd="1" destOrd="0" presId="urn:microsoft.com/office/officeart/2008/layout/LinedList"/>
    <dgm:cxn modelId="{BCF0A9D8-1DB0-254D-82B3-2272C01BBFA6}" type="presParOf" srcId="{07EAD8D3-310B-CD41-A34A-DBEF538D1DA1}" destId="{8B375FF2-9269-D847-845D-24BF4C2368D8}" srcOrd="6" destOrd="0" presId="urn:microsoft.com/office/officeart/2008/layout/LinedList"/>
    <dgm:cxn modelId="{A305E8EE-C902-864D-93B3-2AA1831AA366}" type="presParOf" srcId="{07EAD8D3-310B-CD41-A34A-DBEF538D1DA1}" destId="{B3328D95-BAE6-F34E-8712-09E1542D56EC}" srcOrd="7" destOrd="0" presId="urn:microsoft.com/office/officeart/2008/layout/LinedList"/>
    <dgm:cxn modelId="{4DE52DB2-A9C2-4D4B-8384-ADB7EAB4CD12}" type="presParOf" srcId="{B3328D95-BAE6-F34E-8712-09E1542D56EC}" destId="{41EAE20C-61E8-AB40-A7AC-50A630B72990}" srcOrd="0" destOrd="0" presId="urn:microsoft.com/office/officeart/2008/layout/LinedList"/>
    <dgm:cxn modelId="{98D57F97-2608-5A49-9EF2-D62B57F4FE83}" type="presParOf" srcId="{B3328D95-BAE6-F34E-8712-09E1542D56EC}" destId="{59EF092C-ED59-4E41-8328-A2B2CC67E038}" srcOrd="1" destOrd="0" presId="urn:microsoft.com/office/officeart/2008/layout/LinedList"/>
    <dgm:cxn modelId="{294376A1-9F68-C944-881F-A3A4BDBA7EE6}" type="presParOf" srcId="{07EAD8D3-310B-CD41-A34A-DBEF538D1DA1}" destId="{21D0D164-7EF4-C442-90D7-4651AB9DCFCA}" srcOrd="8" destOrd="0" presId="urn:microsoft.com/office/officeart/2008/layout/LinedList"/>
    <dgm:cxn modelId="{22EC5DAB-442A-C947-8D58-CD3B89EDAFBB}" type="presParOf" srcId="{07EAD8D3-310B-CD41-A34A-DBEF538D1DA1}" destId="{09617A29-13A1-704B-BE32-028806C9BE01}" srcOrd="9" destOrd="0" presId="urn:microsoft.com/office/officeart/2008/layout/LinedList"/>
    <dgm:cxn modelId="{54E64D08-E04B-6040-9717-F9F96ABBA696}" type="presParOf" srcId="{09617A29-13A1-704B-BE32-028806C9BE01}" destId="{82313633-1118-B642-B7AD-4B76B90CD26F}" srcOrd="0" destOrd="0" presId="urn:microsoft.com/office/officeart/2008/layout/LinedList"/>
    <dgm:cxn modelId="{952C9871-83E5-304D-9511-03DFBB02FBA0}" type="presParOf" srcId="{09617A29-13A1-704B-BE32-028806C9BE01}" destId="{A4B3DA4C-8967-B84C-AB31-C99AAF006DA9}" srcOrd="1" destOrd="0" presId="urn:microsoft.com/office/officeart/2008/layout/LinedList"/>
    <dgm:cxn modelId="{E3C49E0A-838A-7C44-AAB6-6F6E3E97D15E}" type="presParOf" srcId="{07EAD8D3-310B-CD41-A34A-DBEF538D1DA1}" destId="{4839997C-18DA-AF4E-A8D4-572D3C8794A2}" srcOrd="10" destOrd="0" presId="urn:microsoft.com/office/officeart/2008/layout/LinedList"/>
    <dgm:cxn modelId="{DB857093-2E12-2C4A-9FE0-AD78F67C09F8}" type="presParOf" srcId="{07EAD8D3-310B-CD41-A34A-DBEF538D1DA1}" destId="{D7D219C9-4B34-B14F-973C-7357D62A7E84}" srcOrd="11" destOrd="0" presId="urn:microsoft.com/office/officeart/2008/layout/LinedList"/>
    <dgm:cxn modelId="{4FF412F0-3321-0946-A192-8CC7102BEE22}" type="presParOf" srcId="{D7D219C9-4B34-B14F-973C-7357D62A7E84}" destId="{D127B300-834E-4345-9228-752E05549F7E}" srcOrd="0" destOrd="0" presId="urn:microsoft.com/office/officeart/2008/layout/LinedList"/>
    <dgm:cxn modelId="{82F39FC7-0E16-0246-912E-BBBE2A2AC934}" type="presParOf" srcId="{D7D219C9-4B34-B14F-973C-7357D62A7E84}" destId="{7CC842F3-CB01-9745-979D-FB7DE9751CD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E94DC05-D133-46F9-A7FA-B0B9D861990E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13C5E55A-2818-4648-9FF7-B14AE3561E6E}">
      <dgm:prSet/>
      <dgm:spPr/>
      <dgm:t>
        <a:bodyPr/>
        <a:lstStyle/>
        <a:p>
          <a:r>
            <a:rPr lang="en-US"/>
            <a:t>VS Code makes Git visual!</a:t>
          </a:r>
        </a:p>
      </dgm:t>
    </dgm:pt>
    <dgm:pt modelId="{69C23A0A-19F1-4AFD-BEB3-98547EADD543}" type="parTrans" cxnId="{925A74EF-CE10-4C8E-A008-F1CB41D72784}">
      <dgm:prSet/>
      <dgm:spPr/>
      <dgm:t>
        <a:bodyPr/>
        <a:lstStyle/>
        <a:p>
          <a:endParaRPr lang="en-US"/>
        </a:p>
      </dgm:t>
    </dgm:pt>
    <dgm:pt modelId="{1129D5E3-AA5C-480B-BEE4-45E9681E3FC2}" type="sibTrans" cxnId="{925A74EF-CE10-4C8E-A008-F1CB41D72784}">
      <dgm:prSet/>
      <dgm:spPr/>
      <dgm:t>
        <a:bodyPr/>
        <a:lstStyle/>
        <a:p>
          <a:endParaRPr lang="en-US"/>
        </a:p>
      </dgm:t>
    </dgm:pt>
    <dgm:pt modelId="{1DBF1900-3DD8-45D2-BB71-85A331CFE9A5}">
      <dgm:prSet/>
      <dgm:spPr/>
      <dgm:t>
        <a:bodyPr/>
        <a:lstStyle/>
        <a:p>
          <a:r>
            <a:rPr lang="en-US" b="1"/>
            <a:t>Source Control panel: </a:t>
          </a:r>
          <a:endParaRPr lang="en-US"/>
        </a:p>
      </dgm:t>
    </dgm:pt>
    <dgm:pt modelId="{5E9CCEBE-3D22-40A5-B1D6-25F09C1B029D}" type="parTrans" cxnId="{8A97281B-3859-4E2B-ABE6-CB0BDE943D1C}">
      <dgm:prSet/>
      <dgm:spPr/>
      <dgm:t>
        <a:bodyPr/>
        <a:lstStyle/>
        <a:p>
          <a:endParaRPr lang="en-US"/>
        </a:p>
      </dgm:t>
    </dgm:pt>
    <dgm:pt modelId="{EEF4E0A9-117A-44B4-B19E-458898C0F19D}" type="sibTrans" cxnId="{8A97281B-3859-4E2B-ABE6-CB0BDE943D1C}">
      <dgm:prSet/>
      <dgm:spPr/>
      <dgm:t>
        <a:bodyPr/>
        <a:lstStyle/>
        <a:p>
          <a:endParaRPr lang="en-US"/>
        </a:p>
      </dgm:t>
    </dgm:pt>
    <dgm:pt modelId="{AE5C8C3B-A05F-4E42-9D3E-6A5E6AA9708E}">
      <dgm:prSet/>
      <dgm:spPr/>
      <dgm:t>
        <a:bodyPr/>
        <a:lstStyle/>
        <a:p>
          <a:r>
            <a:rPr lang="en-US" b="1"/>
            <a:t>see modified files at a glace</a:t>
          </a:r>
          <a:endParaRPr lang="en-US"/>
        </a:p>
      </dgm:t>
    </dgm:pt>
    <dgm:pt modelId="{A958555B-F5CD-4EF7-BE51-3932D13A6DC9}" type="parTrans" cxnId="{60AC7CD3-51D7-42DE-8A5C-97B247ABE88E}">
      <dgm:prSet/>
      <dgm:spPr/>
      <dgm:t>
        <a:bodyPr/>
        <a:lstStyle/>
        <a:p>
          <a:endParaRPr lang="en-US"/>
        </a:p>
      </dgm:t>
    </dgm:pt>
    <dgm:pt modelId="{5F60E17D-FC43-4F56-8220-4EA61C3465BA}" type="sibTrans" cxnId="{60AC7CD3-51D7-42DE-8A5C-97B247ABE88E}">
      <dgm:prSet/>
      <dgm:spPr/>
      <dgm:t>
        <a:bodyPr/>
        <a:lstStyle/>
        <a:p>
          <a:endParaRPr lang="en-US"/>
        </a:p>
      </dgm:t>
    </dgm:pt>
    <dgm:pt modelId="{16445C76-4C72-4D50-BC25-F255E50B1B57}">
      <dgm:prSet/>
      <dgm:spPr/>
      <dgm:t>
        <a:bodyPr/>
        <a:lstStyle/>
        <a:p>
          <a:r>
            <a:rPr lang="en-US" b="1"/>
            <a:t>stage changes with one click</a:t>
          </a:r>
          <a:endParaRPr lang="en-US"/>
        </a:p>
      </dgm:t>
    </dgm:pt>
    <dgm:pt modelId="{D97BCA41-5E83-4EB5-B409-0ABEC2F5ACD3}" type="parTrans" cxnId="{1C39A789-3677-4F4F-9267-A4351E291F34}">
      <dgm:prSet/>
      <dgm:spPr/>
      <dgm:t>
        <a:bodyPr/>
        <a:lstStyle/>
        <a:p>
          <a:endParaRPr lang="en-US"/>
        </a:p>
      </dgm:t>
    </dgm:pt>
    <dgm:pt modelId="{2BC05804-123F-45E9-8FC9-7DEE01CFD8CD}" type="sibTrans" cxnId="{1C39A789-3677-4F4F-9267-A4351E291F34}">
      <dgm:prSet/>
      <dgm:spPr/>
      <dgm:t>
        <a:bodyPr/>
        <a:lstStyle/>
        <a:p>
          <a:endParaRPr lang="en-US"/>
        </a:p>
      </dgm:t>
    </dgm:pt>
    <dgm:pt modelId="{80B23A96-694C-48BA-89EE-DC31B0A300EA}">
      <dgm:prSet/>
      <dgm:spPr/>
      <dgm:t>
        <a:bodyPr/>
        <a:lstStyle/>
        <a:p>
          <a:r>
            <a:rPr lang="en-US" b="1"/>
            <a:t>write commit message in the user interface (UI)</a:t>
          </a:r>
          <a:endParaRPr lang="en-US"/>
        </a:p>
      </dgm:t>
    </dgm:pt>
    <dgm:pt modelId="{FBA7D7FD-4810-4A5E-A3F4-40A64036D480}" type="parTrans" cxnId="{E237B2C7-FDD5-4456-9EBF-09F49FA441EB}">
      <dgm:prSet/>
      <dgm:spPr/>
      <dgm:t>
        <a:bodyPr/>
        <a:lstStyle/>
        <a:p>
          <a:endParaRPr lang="en-US"/>
        </a:p>
      </dgm:t>
    </dgm:pt>
    <dgm:pt modelId="{1C701486-162B-46E0-8EC0-04013D622D2A}" type="sibTrans" cxnId="{E237B2C7-FDD5-4456-9EBF-09F49FA441EB}">
      <dgm:prSet/>
      <dgm:spPr/>
      <dgm:t>
        <a:bodyPr/>
        <a:lstStyle/>
        <a:p>
          <a:endParaRPr lang="en-US"/>
        </a:p>
      </dgm:t>
    </dgm:pt>
    <dgm:pt modelId="{660B8BF7-CD52-4208-838D-E61D3866F6C9}">
      <dgm:prSet/>
      <dgm:spPr/>
      <dgm:t>
        <a:bodyPr/>
        <a:lstStyle/>
        <a:p>
          <a:r>
            <a:rPr lang="en-US" b="1"/>
            <a:t>view Git history with extensions</a:t>
          </a:r>
          <a:endParaRPr lang="en-US"/>
        </a:p>
      </dgm:t>
    </dgm:pt>
    <dgm:pt modelId="{EA3FF29D-A3C1-42C8-9598-F4CA1368C0E8}" type="parTrans" cxnId="{B25DCF6C-CC86-4EB0-82BA-673DEACC078D}">
      <dgm:prSet/>
      <dgm:spPr/>
      <dgm:t>
        <a:bodyPr/>
        <a:lstStyle/>
        <a:p>
          <a:endParaRPr lang="en-US"/>
        </a:p>
      </dgm:t>
    </dgm:pt>
    <dgm:pt modelId="{B2C7DD72-6738-4CF8-B28A-E195B92749E5}" type="sibTrans" cxnId="{B25DCF6C-CC86-4EB0-82BA-673DEACC078D}">
      <dgm:prSet/>
      <dgm:spPr/>
      <dgm:t>
        <a:bodyPr/>
        <a:lstStyle/>
        <a:p>
          <a:endParaRPr lang="en-US"/>
        </a:p>
      </dgm:t>
    </dgm:pt>
    <dgm:pt modelId="{2B6771C2-9671-624D-B2E7-6ADD4D70D366}" type="pres">
      <dgm:prSet presAssocID="{1E94DC05-D133-46F9-A7FA-B0B9D861990E}" presName="linear" presStyleCnt="0">
        <dgm:presLayoutVars>
          <dgm:animLvl val="lvl"/>
          <dgm:resizeHandles val="exact"/>
        </dgm:presLayoutVars>
      </dgm:prSet>
      <dgm:spPr/>
    </dgm:pt>
    <dgm:pt modelId="{1B94FE21-4AF8-7D4F-985C-22881E15C1B0}" type="pres">
      <dgm:prSet presAssocID="{13C5E55A-2818-4648-9FF7-B14AE3561E6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818E589-A98F-D24D-B2BB-710F9D232AC9}" type="pres">
      <dgm:prSet presAssocID="{1129D5E3-AA5C-480B-BEE4-45E9681E3FC2}" presName="spacer" presStyleCnt="0"/>
      <dgm:spPr/>
    </dgm:pt>
    <dgm:pt modelId="{815A5F0B-FCBE-A546-94CF-FC0EDED8801D}" type="pres">
      <dgm:prSet presAssocID="{1DBF1900-3DD8-45D2-BB71-85A331CFE9A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9D7FE4E-E8B0-434C-85C9-03471DF08912}" type="pres">
      <dgm:prSet presAssocID="{1DBF1900-3DD8-45D2-BB71-85A331CFE9A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0E10C08-4AF9-FD41-970D-7558EECE7A38}" type="presOf" srcId="{80B23A96-694C-48BA-89EE-DC31B0A300EA}" destId="{79D7FE4E-E8B0-434C-85C9-03471DF08912}" srcOrd="0" destOrd="2" presId="urn:microsoft.com/office/officeart/2005/8/layout/vList2"/>
    <dgm:cxn modelId="{A16EEE19-D189-3E4A-B697-5619ACA082CF}" type="presOf" srcId="{1DBF1900-3DD8-45D2-BB71-85A331CFE9A5}" destId="{815A5F0B-FCBE-A546-94CF-FC0EDED8801D}" srcOrd="0" destOrd="0" presId="urn:microsoft.com/office/officeart/2005/8/layout/vList2"/>
    <dgm:cxn modelId="{8A97281B-3859-4E2B-ABE6-CB0BDE943D1C}" srcId="{1E94DC05-D133-46F9-A7FA-B0B9D861990E}" destId="{1DBF1900-3DD8-45D2-BB71-85A331CFE9A5}" srcOrd="1" destOrd="0" parTransId="{5E9CCEBE-3D22-40A5-B1D6-25F09C1B029D}" sibTransId="{EEF4E0A9-117A-44B4-B19E-458898C0F19D}"/>
    <dgm:cxn modelId="{A671D320-308C-6F4A-AB17-1CAA0FD5D8F2}" type="presOf" srcId="{660B8BF7-CD52-4208-838D-E61D3866F6C9}" destId="{79D7FE4E-E8B0-434C-85C9-03471DF08912}" srcOrd="0" destOrd="3" presId="urn:microsoft.com/office/officeart/2005/8/layout/vList2"/>
    <dgm:cxn modelId="{A405AD24-CD5D-2443-8685-1DC85AB3BB63}" type="presOf" srcId="{13C5E55A-2818-4648-9FF7-B14AE3561E6E}" destId="{1B94FE21-4AF8-7D4F-985C-22881E15C1B0}" srcOrd="0" destOrd="0" presId="urn:microsoft.com/office/officeart/2005/8/layout/vList2"/>
    <dgm:cxn modelId="{7FB07725-C039-5248-B513-03666BCF6F6F}" type="presOf" srcId="{16445C76-4C72-4D50-BC25-F255E50B1B57}" destId="{79D7FE4E-E8B0-434C-85C9-03471DF08912}" srcOrd="0" destOrd="1" presId="urn:microsoft.com/office/officeart/2005/8/layout/vList2"/>
    <dgm:cxn modelId="{B25DCF6C-CC86-4EB0-82BA-673DEACC078D}" srcId="{1DBF1900-3DD8-45D2-BB71-85A331CFE9A5}" destId="{660B8BF7-CD52-4208-838D-E61D3866F6C9}" srcOrd="3" destOrd="0" parTransId="{EA3FF29D-A3C1-42C8-9598-F4CA1368C0E8}" sibTransId="{B2C7DD72-6738-4CF8-B28A-E195B92749E5}"/>
    <dgm:cxn modelId="{1C39A789-3677-4F4F-9267-A4351E291F34}" srcId="{1DBF1900-3DD8-45D2-BB71-85A331CFE9A5}" destId="{16445C76-4C72-4D50-BC25-F255E50B1B57}" srcOrd="1" destOrd="0" parTransId="{D97BCA41-5E83-4EB5-B409-0ABEC2F5ACD3}" sibTransId="{2BC05804-123F-45E9-8FC9-7DEE01CFD8CD}"/>
    <dgm:cxn modelId="{E237B2C7-FDD5-4456-9EBF-09F49FA441EB}" srcId="{1DBF1900-3DD8-45D2-BB71-85A331CFE9A5}" destId="{80B23A96-694C-48BA-89EE-DC31B0A300EA}" srcOrd="2" destOrd="0" parTransId="{FBA7D7FD-4810-4A5E-A3F4-40A64036D480}" sibTransId="{1C701486-162B-46E0-8EC0-04013D622D2A}"/>
    <dgm:cxn modelId="{D35E14C9-5D03-5944-964D-6ECFD553CC68}" type="presOf" srcId="{1E94DC05-D133-46F9-A7FA-B0B9D861990E}" destId="{2B6771C2-9671-624D-B2E7-6ADD4D70D366}" srcOrd="0" destOrd="0" presId="urn:microsoft.com/office/officeart/2005/8/layout/vList2"/>
    <dgm:cxn modelId="{60AC7CD3-51D7-42DE-8A5C-97B247ABE88E}" srcId="{1DBF1900-3DD8-45D2-BB71-85A331CFE9A5}" destId="{AE5C8C3B-A05F-4E42-9D3E-6A5E6AA9708E}" srcOrd="0" destOrd="0" parTransId="{A958555B-F5CD-4EF7-BE51-3932D13A6DC9}" sibTransId="{5F60E17D-FC43-4F56-8220-4EA61C3465BA}"/>
    <dgm:cxn modelId="{17A939DA-D522-354C-9CA1-820BD4E8AA4E}" type="presOf" srcId="{AE5C8C3B-A05F-4E42-9D3E-6A5E6AA9708E}" destId="{79D7FE4E-E8B0-434C-85C9-03471DF08912}" srcOrd="0" destOrd="0" presId="urn:microsoft.com/office/officeart/2005/8/layout/vList2"/>
    <dgm:cxn modelId="{925A74EF-CE10-4C8E-A008-F1CB41D72784}" srcId="{1E94DC05-D133-46F9-A7FA-B0B9D861990E}" destId="{13C5E55A-2818-4648-9FF7-B14AE3561E6E}" srcOrd="0" destOrd="0" parTransId="{69C23A0A-19F1-4AFD-BEB3-98547EADD543}" sibTransId="{1129D5E3-AA5C-480B-BEE4-45E9681E3FC2}"/>
    <dgm:cxn modelId="{1C7FF9BD-9220-F54E-AB19-6ACF387D247E}" type="presParOf" srcId="{2B6771C2-9671-624D-B2E7-6ADD4D70D366}" destId="{1B94FE21-4AF8-7D4F-985C-22881E15C1B0}" srcOrd="0" destOrd="0" presId="urn:microsoft.com/office/officeart/2005/8/layout/vList2"/>
    <dgm:cxn modelId="{59D19A42-0909-AB4A-B35E-F0951E071242}" type="presParOf" srcId="{2B6771C2-9671-624D-B2E7-6ADD4D70D366}" destId="{C818E589-A98F-D24D-B2BB-710F9D232AC9}" srcOrd="1" destOrd="0" presId="urn:microsoft.com/office/officeart/2005/8/layout/vList2"/>
    <dgm:cxn modelId="{315677B0-D996-9249-A173-3BCCCD9A6C8B}" type="presParOf" srcId="{2B6771C2-9671-624D-B2E7-6ADD4D70D366}" destId="{815A5F0B-FCBE-A546-94CF-FC0EDED8801D}" srcOrd="2" destOrd="0" presId="urn:microsoft.com/office/officeart/2005/8/layout/vList2"/>
    <dgm:cxn modelId="{D1536BFC-BAEB-2147-93D6-C4AD87FA835A}" type="presParOf" srcId="{2B6771C2-9671-624D-B2E7-6ADD4D70D366}" destId="{79D7FE4E-E8B0-434C-85C9-03471DF08912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B86799B-9579-4AF6-BA9D-3894C43B5220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FEACDC1E-2A0F-4EE4-9F18-9B9690D4B59C}">
      <dgm:prSet/>
      <dgm:spPr/>
      <dgm:t>
        <a:bodyPr/>
        <a:lstStyle/>
        <a:p>
          <a:r>
            <a:rPr lang="en-US"/>
            <a:t>Do</a:t>
          </a:r>
        </a:p>
      </dgm:t>
    </dgm:pt>
    <dgm:pt modelId="{214B521E-DD58-445A-84FD-5336D7D87457}" type="parTrans" cxnId="{9A7CC7E3-93C6-43CD-8535-4A63FA857AAF}">
      <dgm:prSet/>
      <dgm:spPr/>
      <dgm:t>
        <a:bodyPr/>
        <a:lstStyle/>
        <a:p>
          <a:endParaRPr lang="en-US"/>
        </a:p>
      </dgm:t>
    </dgm:pt>
    <dgm:pt modelId="{8315651F-F3BE-4E14-90AB-524EAE1908FD}" type="sibTrans" cxnId="{9A7CC7E3-93C6-43CD-8535-4A63FA857AAF}">
      <dgm:prSet/>
      <dgm:spPr/>
      <dgm:t>
        <a:bodyPr/>
        <a:lstStyle/>
        <a:p>
          <a:endParaRPr lang="en-US"/>
        </a:p>
      </dgm:t>
    </dgm:pt>
    <dgm:pt modelId="{A2645936-3CA7-438E-8A4C-AF2BD7DF0A5A}">
      <dgm:prSet/>
      <dgm:spPr/>
      <dgm:t>
        <a:bodyPr/>
        <a:lstStyle/>
        <a:p>
          <a:r>
            <a:rPr lang="en-US"/>
            <a:t>commit often with descriptive message</a:t>
          </a:r>
        </a:p>
      </dgm:t>
    </dgm:pt>
    <dgm:pt modelId="{B642A93C-3C89-4A30-94A9-D518CED2C7A6}" type="parTrans" cxnId="{04105A2C-4656-49C6-9D6E-68034A8EF8FF}">
      <dgm:prSet/>
      <dgm:spPr/>
      <dgm:t>
        <a:bodyPr/>
        <a:lstStyle/>
        <a:p>
          <a:endParaRPr lang="en-US"/>
        </a:p>
      </dgm:t>
    </dgm:pt>
    <dgm:pt modelId="{2CA36098-7652-4889-95CC-D162B3A9EEDB}" type="sibTrans" cxnId="{04105A2C-4656-49C6-9D6E-68034A8EF8FF}">
      <dgm:prSet/>
      <dgm:spPr/>
      <dgm:t>
        <a:bodyPr/>
        <a:lstStyle/>
        <a:p>
          <a:endParaRPr lang="en-US"/>
        </a:p>
      </dgm:t>
    </dgm:pt>
    <dgm:pt modelId="{FCCEAE5B-6793-4618-8B4A-C8BFFADB3A86}">
      <dgm:prSet/>
      <dgm:spPr/>
      <dgm:t>
        <a:bodyPr/>
        <a:lstStyle/>
        <a:p>
          <a:r>
            <a:rPr lang="en-US"/>
            <a:t>use branches for new features</a:t>
          </a:r>
        </a:p>
      </dgm:t>
    </dgm:pt>
    <dgm:pt modelId="{DD922F66-E7FF-474F-863A-5014881FDEE2}" type="parTrans" cxnId="{994D9E04-4A35-4B23-AAB1-71743BEC4881}">
      <dgm:prSet/>
      <dgm:spPr/>
      <dgm:t>
        <a:bodyPr/>
        <a:lstStyle/>
        <a:p>
          <a:endParaRPr lang="en-US"/>
        </a:p>
      </dgm:t>
    </dgm:pt>
    <dgm:pt modelId="{CFEF2CAF-5B2A-4BD9-A104-55A24BC048A4}" type="sibTrans" cxnId="{994D9E04-4A35-4B23-AAB1-71743BEC4881}">
      <dgm:prSet/>
      <dgm:spPr/>
      <dgm:t>
        <a:bodyPr/>
        <a:lstStyle/>
        <a:p>
          <a:endParaRPr lang="en-US"/>
        </a:p>
      </dgm:t>
    </dgm:pt>
    <dgm:pt modelId="{EED8228D-7B76-4E0B-B339-C40944173FCB}">
      <dgm:prSet/>
      <dgm:spPr/>
      <dgm:t>
        <a:bodyPr/>
        <a:lstStyle/>
        <a:p>
          <a:r>
            <a:rPr lang="en-US"/>
            <a:t>pull before you push</a:t>
          </a:r>
        </a:p>
      </dgm:t>
    </dgm:pt>
    <dgm:pt modelId="{59286709-3874-4A16-9973-30FD98F933E9}" type="parTrans" cxnId="{3C570AD9-3CD5-435F-BC66-723640EE8F77}">
      <dgm:prSet/>
      <dgm:spPr/>
      <dgm:t>
        <a:bodyPr/>
        <a:lstStyle/>
        <a:p>
          <a:endParaRPr lang="en-US"/>
        </a:p>
      </dgm:t>
    </dgm:pt>
    <dgm:pt modelId="{D598ACEA-A81C-452C-8E0C-F41A76EC2938}" type="sibTrans" cxnId="{3C570AD9-3CD5-435F-BC66-723640EE8F77}">
      <dgm:prSet/>
      <dgm:spPr/>
      <dgm:t>
        <a:bodyPr/>
        <a:lstStyle/>
        <a:p>
          <a:endParaRPr lang="en-US"/>
        </a:p>
      </dgm:t>
    </dgm:pt>
    <dgm:pt modelId="{37456546-2EEA-4C20-81B8-7F16ED09E37E}">
      <dgm:prSet/>
      <dgm:spPr/>
      <dgm:t>
        <a:bodyPr/>
        <a:lstStyle/>
        <a:p>
          <a:r>
            <a:rPr lang="en-US"/>
            <a:t>review changes before committing</a:t>
          </a:r>
        </a:p>
      </dgm:t>
    </dgm:pt>
    <dgm:pt modelId="{C9B2F645-89E9-48B3-B0F0-398CDCDF400C}" type="parTrans" cxnId="{B788EE0B-8558-4D1A-A4AF-71A682F95E1D}">
      <dgm:prSet/>
      <dgm:spPr/>
      <dgm:t>
        <a:bodyPr/>
        <a:lstStyle/>
        <a:p>
          <a:endParaRPr lang="en-US"/>
        </a:p>
      </dgm:t>
    </dgm:pt>
    <dgm:pt modelId="{432CFFE8-9C84-4C12-B264-C2CD8EB1FEC5}" type="sibTrans" cxnId="{B788EE0B-8558-4D1A-A4AF-71A682F95E1D}">
      <dgm:prSet/>
      <dgm:spPr/>
      <dgm:t>
        <a:bodyPr/>
        <a:lstStyle/>
        <a:p>
          <a:endParaRPr lang="en-US"/>
        </a:p>
      </dgm:t>
    </dgm:pt>
    <dgm:pt modelId="{B9EDCE28-10C7-4D0E-BC45-B6E58E9E3C48}">
      <dgm:prSet/>
      <dgm:spPr/>
      <dgm:t>
        <a:bodyPr/>
        <a:lstStyle/>
        <a:p>
          <a:r>
            <a:rPr lang="en-US"/>
            <a:t>Don’t </a:t>
          </a:r>
        </a:p>
      </dgm:t>
    </dgm:pt>
    <dgm:pt modelId="{1B6494A8-E580-4ECC-98A5-09194BC1CFDA}" type="parTrans" cxnId="{FF9244B2-58E2-467D-9688-BAE668544B6E}">
      <dgm:prSet/>
      <dgm:spPr/>
      <dgm:t>
        <a:bodyPr/>
        <a:lstStyle/>
        <a:p>
          <a:endParaRPr lang="en-US"/>
        </a:p>
      </dgm:t>
    </dgm:pt>
    <dgm:pt modelId="{8CA7C0D7-63D8-426B-AD55-48DC20CD4BF8}" type="sibTrans" cxnId="{FF9244B2-58E2-467D-9688-BAE668544B6E}">
      <dgm:prSet/>
      <dgm:spPr/>
      <dgm:t>
        <a:bodyPr/>
        <a:lstStyle/>
        <a:p>
          <a:endParaRPr lang="en-US"/>
        </a:p>
      </dgm:t>
    </dgm:pt>
    <dgm:pt modelId="{3A924348-6B14-494E-8548-15E51508DE0A}">
      <dgm:prSet/>
      <dgm:spPr/>
      <dgm:t>
        <a:bodyPr/>
        <a:lstStyle/>
        <a:p>
          <a:r>
            <a:rPr lang="en-US"/>
            <a:t>commit sensitive information (passwords, keys, tokens)</a:t>
          </a:r>
        </a:p>
      </dgm:t>
    </dgm:pt>
    <dgm:pt modelId="{DD756756-E7D7-4C7C-B40F-A221BB171756}" type="parTrans" cxnId="{ADCE0F73-3851-48B4-A5DC-93D3B2334692}">
      <dgm:prSet/>
      <dgm:spPr/>
      <dgm:t>
        <a:bodyPr/>
        <a:lstStyle/>
        <a:p>
          <a:endParaRPr lang="en-US"/>
        </a:p>
      </dgm:t>
    </dgm:pt>
    <dgm:pt modelId="{48DB3C42-E6BB-45FB-BCB9-BB6F4DBC49E9}" type="sibTrans" cxnId="{ADCE0F73-3851-48B4-A5DC-93D3B2334692}">
      <dgm:prSet/>
      <dgm:spPr/>
      <dgm:t>
        <a:bodyPr/>
        <a:lstStyle/>
        <a:p>
          <a:endParaRPr lang="en-US"/>
        </a:p>
      </dgm:t>
    </dgm:pt>
    <dgm:pt modelId="{FDA8911C-1847-40D5-AEA8-B4B0F7F7A3C3}">
      <dgm:prSet/>
      <dgm:spPr/>
      <dgm:t>
        <a:bodyPr/>
        <a:lstStyle/>
        <a:p>
          <a:r>
            <a:rPr lang="en-US"/>
            <a:t>use vague commit message like “fixed stuff” or “wishing for the best”</a:t>
          </a:r>
        </a:p>
      </dgm:t>
    </dgm:pt>
    <dgm:pt modelId="{23021FC6-65AC-4875-B194-7BAD786DC0C0}" type="parTrans" cxnId="{9BA27E39-7D11-4FD4-A49D-74A4EE06B729}">
      <dgm:prSet/>
      <dgm:spPr/>
      <dgm:t>
        <a:bodyPr/>
        <a:lstStyle/>
        <a:p>
          <a:endParaRPr lang="en-US"/>
        </a:p>
      </dgm:t>
    </dgm:pt>
    <dgm:pt modelId="{8DA6ED12-A799-42F8-9F19-1EF6319B4EFD}" type="sibTrans" cxnId="{9BA27E39-7D11-4FD4-A49D-74A4EE06B729}">
      <dgm:prSet/>
      <dgm:spPr/>
      <dgm:t>
        <a:bodyPr/>
        <a:lstStyle/>
        <a:p>
          <a:endParaRPr lang="en-US"/>
        </a:p>
      </dgm:t>
    </dgm:pt>
    <dgm:pt modelId="{FEF60138-E441-4473-99C7-FB9E33E9337E}">
      <dgm:prSet/>
      <dgm:spPr/>
      <dgm:t>
        <a:bodyPr/>
        <a:lstStyle/>
        <a:p>
          <a:r>
            <a:rPr lang="en-US"/>
            <a:t>work directly on main for big changes</a:t>
          </a:r>
        </a:p>
      </dgm:t>
    </dgm:pt>
    <dgm:pt modelId="{C5E9CA4E-4C14-4CA0-8718-E7AEFD4A5BEB}" type="parTrans" cxnId="{F62B253F-AE44-4D3E-8514-1B018768E40B}">
      <dgm:prSet/>
      <dgm:spPr/>
      <dgm:t>
        <a:bodyPr/>
        <a:lstStyle/>
        <a:p>
          <a:endParaRPr lang="en-US"/>
        </a:p>
      </dgm:t>
    </dgm:pt>
    <dgm:pt modelId="{C40B9241-A617-4C7C-90E0-FD87FF727B3A}" type="sibTrans" cxnId="{F62B253F-AE44-4D3E-8514-1B018768E40B}">
      <dgm:prSet/>
      <dgm:spPr/>
      <dgm:t>
        <a:bodyPr/>
        <a:lstStyle/>
        <a:p>
          <a:endParaRPr lang="en-US"/>
        </a:p>
      </dgm:t>
    </dgm:pt>
    <dgm:pt modelId="{F3A7D38C-C8A3-854F-8E6F-8E3100D549EE}" type="pres">
      <dgm:prSet presAssocID="{6B86799B-9579-4AF6-BA9D-3894C43B5220}" presName="linear" presStyleCnt="0">
        <dgm:presLayoutVars>
          <dgm:animLvl val="lvl"/>
          <dgm:resizeHandles val="exact"/>
        </dgm:presLayoutVars>
      </dgm:prSet>
      <dgm:spPr/>
    </dgm:pt>
    <dgm:pt modelId="{6715B174-1E03-B34E-B1C9-04B817108436}" type="pres">
      <dgm:prSet presAssocID="{FEACDC1E-2A0F-4EE4-9F18-9B9690D4B59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BDB78C3-F6E4-C844-98C7-EAC89AC13589}" type="pres">
      <dgm:prSet presAssocID="{FEACDC1E-2A0F-4EE4-9F18-9B9690D4B59C}" presName="childText" presStyleLbl="revTx" presStyleIdx="0" presStyleCnt="2">
        <dgm:presLayoutVars>
          <dgm:bulletEnabled val="1"/>
        </dgm:presLayoutVars>
      </dgm:prSet>
      <dgm:spPr/>
    </dgm:pt>
    <dgm:pt modelId="{E69D7434-A39D-8942-B22B-0B8AE6213927}" type="pres">
      <dgm:prSet presAssocID="{B9EDCE28-10C7-4D0E-BC45-B6E58E9E3C4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E11B2A7-4B47-BC4D-9FE9-ACDA2BF06401}" type="pres">
      <dgm:prSet presAssocID="{B9EDCE28-10C7-4D0E-BC45-B6E58E9E3C4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94D9E04-4A35-4B23-AAB1-71743BEC4881}" srcId="{FEACDC1E-2A0F-4EE4-9F18-9B9690D4B59C}" destId="{FCCEAE5B-6793-4618-8B4A-C8BFFADB3A86}" srcOrd="1" destOrd="0" parTransId="{DD922F66-E7FF-474F-863A-5014881FDEE2}" sibTransId="{CFEF2CAF-5B2A-4BD9-A104-55A24BC048A4}"/>
    <dgm:cxn modelId="{D00B3009-120B-474A-A675-4E128408FBB8}" type="presOf" srcId="{A2645936-3CA7-438E-8A4C-AF2BD7DF0A5A}" destId="{6BDB78C3-F6E4-C844-98C7-EAC89AC13589}" srcOrd="0" destOrd="0" presId="urn:microsoft.com/office/officeart/2005/8/layout/vList2"/>
    <dgm:cxn modelId="{4AE5620A-C3C6-524F-9971-13886C0E4D10}" type="presOf" srcId="{FEF60138-E441-4473-99C7-FB9E33E9337E}" destId="{AE11B2A7-4B47-BC4D-9FE9-ACDA2BF06401}" srcOrd="0" destOrd="2" presId="urn:microsoft.com/office/officeart/2005/8/layout/vList2"/>
    <dgm:cxn modelId="{B788EE0B-8558-4D1A-A4AF-71A682F95E1D}" srcId="{FEACDC1E-2A0F-4EE4-9F18-9B9690D4B59C}" destId="{37456546-2EEA-4C20-81B8-7F16ED09E37E}" srcOrd="3" destOrd="0" parTransId="{C9B2F645-89E9-48B3-B0F0-398CDCDF400C}" sibTransId="{432CFFE8-9C84-4C12-B264-C2CD8EB1FEC5}"/>
    <dgm:cxn modelId="{757E9510-8840-C54F-B9C6-F5D1EA33A24A}" type="presOf" srcId="{FEACDC1E-2A0F-4EE4-9F18-9B9690D4B59C}" destId="{6715B174-1E03-B34E-B1C9-04B817108436}" srcOrd="0" destOrd="0" presId="urn:microsoft.com/office/officeart/2005/8/layout/vList2"/>
    <dgm:cxn modelId="{AE2F8219-BD80-D545-9085-D6A156B47A3B}" type="presOf" srcId="{37456546-2EEA-4C20-81B8-7F16ED09E37E}" destId="{6BDB78C3-F6E4-C844-98C7-EAC89AC13589}" srcOrd="0" destOrd="3" presId="urn:microsoft.com/office/officeart/2005/8/layout/vList2"/>
    <dgm:cxn modelId="{04105A2C-4656-49C6-9D6E-68034A8EF8FF}" srcId="{FEACDC1E-2A0F-4EE4-9F18-9B9690D4B59C}" destId="{A2645936-3CA7-438E-8A4C-AF2BD7DF0A5A}" srcOrd="0" destOrd="0" parTransId="{B642A93C-3C89-4A30-94A9-D518CED2C7A6}" sibTransId="{2CA36098-7652-4889-95CC-D162B3A9EEDB}"/>
    <dgm:cxn modelId="{9BA27E39-7D11-4FD4-A49D-74A4EE06B729}" srcId="{B9EDCE28-10C7-4D0E-BC45-B6E58E9E3C48}" destId="{FDA8911C-1847-40D5-AEA8-B4B0F7F7A3C3}" srcOrd="1" destOrd="0" parTransId="{23021FC6-65AC-4875-B194-7BAD786DC0C0}" sibTransId="{8DA6ED12-A799-42F8-9F19-1EF6319B4EFD}"/>
    <dgm:cxn modelId="{F62B253F-AE44-4D3E-8514-1B018768E40B}" srcId="{B9EDCE28-10C7-4D0E-BC45-B6E58E9E3C48}" destId="{FEF60138-E441-4473-99C7-FB9E33E9337E}" srcOrd="2" destOrd="0" parTransId="{C5E9CA4E-4C14-4CA0-8718-E7AEFD4A5BEB}" sibTransId="{C40B9241-A617-4C7C-90E0-FD87FF727B3A}"/>
    <dgm:cxn modelId="{A48FD541-4470-084E-908B-11A45F789E16}" type="presOf" srcId="{FDA8911C-1847-40D5-AEA8-B4B0F7F7A3C3}" destId="{AE11B2A7-4B47-BC4D-9FE9-ACDA2BF06401}" srcOrd="0" destOrd="1" presId="urn:microsoft.com/office/officeart/2005/8/layout/vList2"/>
    <dgm:cxn modelId="{FF965A71-244E-834F-B613-D95BDA890830}" type="presOf" srcId="{FCCEAE5B-6793-4618-8B4A-C8BFFADB3A86}" destId="{6BDB78C3-F6E4-C844-98C7-EAC89AC13589}" srcOrd="0" destOrd="1" presId="urn:microsoft.com/office/officeart/2005/8/layout/vList2"/>
    <dgm:cxn modelId="{ADCE0F73-3851-48B4-A5DC-93D3B2334692}" srcId="{B9EDCE28-10C7-4D0E-BC45-B6E58E9E3C48}" destId="{3A924348-6B14-494E-8548-15E51508DE0A}" srcOrd="0" destOrd="0" parTransId="{DD756756-E7D7-4C7C-B40F-A221BB171756}" sibTransId="{48DB3C42-E6BB-45FB-BCB9-BB6F4DBC49E9}"/>
    <dgm:cxn modelId="{5F811B96-0CB0-9247-933E-39EFC7C96072}" type="presOf" srcId="{EED8228D-7B76-4E0B-B339-C40944173FCB}" destId="{6BDB78C3-F6E4-C844-98C7-EAC89AC13589}" srcOrd="0" destOrd="2" presId="urn:microsoft.com/office/officeart/2005/8/layout/vList2"/>
    <dgm:cxn modelId="{2479F8AF-67A0-7249-B72A-F02A7DBFAB2D}" type="presOf" srcId="{3A924348-6B14-494E-8548-15E51508DE0A}" destId="{AE11B2A7-4B47-BC4D-9FE9-ACDA2BF06401}" srcOrd="0" destOrd="0" presId="urn:microsoft.com/office/officeart/2005/8/layout/vList2"/>
    <dgm:cxn modelId="{FF9244B2-58E2-467D-9688-BAE668544B6E}" srcId="{6B86799B-9579-4AF6-BA9D-3894C43B5220}" destId="{B9EDCE28-10C7-4D0E-BC45-B6E58E9E3C48}" srcOrd="1" destOrd="0" parTransId="{1B6494A8-E580-4ECC-98A5-09194BC1CFDA}" sibTransId="{8CA7C0D7-63D8-426B-AD55-48DC20CD4BF8}"/>
    <dgm:cxn modelId="{CEBE17C2-370C-3147-9F34-B1B403A6DBEE}" type="presOf" srcId="{6B86799B-9579-4AF6-BA9D-3894C43B5220}" destId="{F3A7D38C-C8A3-854F-8E6F-8E3100D549EE}" srcOrd="0" destOrd="0" presId="urn:microsoft.com/office/officeart/2005/8/layout/vList2"/>
    <dgm:cxn modelId="{BBBA50C2-C41E-0443-A856-C2F27E157EDC}" type="presOf" srcId="{B9EDCE28-10C7-4D0E-BC45-B6E58E9E3C48}" destId="{E69D7434-A39D-8942-B22B-0B8AE6213927}" srcOrd="0" destOrd="0" presId="urn:microsoft.com/office/officeart/2005/8/layout/vList2"/>
    <dgm:cxn modelId="{3C570AD9-3CD5-435F-BC66-723640EE8F77}" srcId="{FEACDC1E-2A0F-4EE4-9F18-9B9690D4B59C}" destId="{EED8228D-7B76-4E0B-B339-C40944173FCB}" srcOrd="2" destOrd="0" parTransId="{59286709-3874-4A16-9973-30FD98F933E9}" sibTransId="{D598ACEA-A81C-452C-8E0C-F41A76EC2938}"/>
    <dgm:cxn modelId="{9A7CC7E3-93C6-43CD-8535-4A63FA857AAF}" srcId="{6B86799B-9579-4AF6-BA9D-3894C43B5220}" destId="{FEACDC1E-2A0F-4EE4-9F18-9B9690D4B59C}" srcOrd="0" destOrd="0" parTransId="{214B521E-DD58-445A-84FD-5336D7D87457}" sibTransId="{8315651F-F3BE-4E14-90AB-524EAE1908FD}"/>
    <dgm:cxn modelId="{B30FC199-ABAD-764F-89C4-7BB290DAEE6A}" type="presParOf" srcId="{F3A7D38C-C8A3-854F-8E6F-8E3100D549EE}" destId="{6715B174-1E03-B34E-B1C9-04B817108436}" srcOrd="0" destOrd="0" presId="urn:microsoft.com/office/officeart/2005/8/layout/vList2"/>
    <dgm:cxn modelId="{6A2932A0-FF47-0240-9291-709AC8CC700D}" type="presParOf" srcId="{F3A7D38C-C8A3-854F-8E6F-8E3100D549EE}" destId="{6BDB78C3-F6E4-C844-98C7-EAC89AC13589}" srcOrd="1" destOrd="0" presId="urn:microsoft.com/office/officeart/2005/8/layout/vList2"/>
    <dgm:cxn modelId="{B22F3E27-DF20-D94E-84C8-34674D975B20}" type="presParOf" srcId="{F3A7D38C-C8A3-854F-8E6F-8E3100D549EE}" destId="{E69D7434-A39D-8942-B22B-0B8AE6213927}" srcOrd="2" destOrd="0" presId="urn:microsoft.com/office/officeart/2005/8/layout/vList2"/>
    <dgm:cxn modelId="{25ECBE61-8A8B-7340-8594-616EFE1CF17A}" type="presParOf" srcId="{F3A7D38C-C8A3-854F-8E6F-8E3100D549EE}" destId="{AE11B2A7-4B47-BC4D-9FE9-ACDA2BF0640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3F5660E-2F09-47C1-81BB-55D7F79E679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021E4D1-804A-457F-B910-9F5ED38B30EB}">
      <dgm:prSet/>
      <dgm:spPr/>
      <dgm:t>
        <a:bodyPr/>
        <a:lstStyle/>
        <a:p>
          <a:r>
            <a:rPr lang="en-US"/>
            <a:t>Questions?</a:t>
          </a:r>
        </a:p>
      </dgm:t>
    </dgm:pt>
    <dgm:pt modelId="{A7A21D06-CCF2-43D3-A4ED-D0258A656232}" type="parTrans" cxnId="{FD7CBDD7-2F3F-4243-9155-95BFD3849FE2}">
      <dgm:prSet/>
      <dgm:spPr/>
      <dgm:t>
        <a:bodyPr/>
        <a:lstStyle/>
        <a:p>
          <a:endParaRPr lang="en-US"/>
        </a:p>
      </dgm:t>
    </dgm:pt>
    <dgm:pt modelId="{0D34973C-0D41-4786-8F0D-28E70B4BC880}" type="sibTrans" cxnId="{FD7CBDD7-2F3F-4243-9155-95BFD3849FE2}">
      <dgm:prSet/>
      <dgm:spPr/>
      <dgm:t>
        <a:bodyPr/>
        <a:lstStyle/>
        <a:p>
          <a:endParaRPr lang="en-US"/>
        </a:p>
      </dgm:t>
    </dgm:pt>
    <dgm:pt modelId="{760FA187-E981-4233-8B29-10B8581E0054}">
      <dgm:prSet/>
      <dgm:spPr/>
      <dgm:t>
        <a:bodyPr/>
        <a:lstStyle/>
        <a:p>
          <a:r>
            <a:rPr lang="en-US"/>
            <a:t>Continue Learning:</a:t>
          </a:r>
        </a:p>
      </dgm:t>
    </dgm:pt>
    <dgm:pt modelId="{47B9EADC-6527-4561-95C2-BFA8FE53A0BE}" type="parTrans" cxnId="{B63562B9-7FB1-4F99-B864-C0FA6EBDDC22}">
      <dgm:prSet/>
      <dgm:spPr/>
      <dgm:t>
        <a:bodyPr/>
        <a:lstStyle/>
        <a:p>
          <a:endParaRPr lang="en-US"/>
        </a:p>
      </dgm:t>
    </dgm:pt>
    <dgm:pt modelId="{241BF064-A016-4B7F-B8E8-AEB565A3EB2E}" type="sibTrans" cxnId="{B63562B9-7FB1-4F99-B864-C0FA6EBDDC22}">
      <dgm:prSet/>
      <dgm:spPr/>
      <dgm:t>
        <a:bodyPr/>
        <a:lstStyle/>
        <a:p>
          <a:endParaRPr lang="en-US"/>
        </a:p>
      </dgm:t>
    </dgm:pt>
    <dgm:pt modelId="{6CA5EE1C-3E0F-4786-8B47-29668316CEDA}">
      <dgm:prSet/>
      <dgm:spPr/>
      <dgm:t>
        <a:bodyPr/>
        <a:lstStyle/>
        <a:p>
          <a:r>
            <a:rPr lang="en-US"/>
            <a:t>- Practice with your own projects</a:t>
          </a:r>
        </a:p>
      </dgm:t>
    </dgm:pt>
    <dgm:pt modelId="{21F44D58-6C95-4CC7-920E-A8344C38D3E1}" type="parTrans" cxnId="{392FA956-1C26-44DE-B01E-BD0C526EEEA3}">
      <dgm:prSet/>
      <dgm:spPr/>
      <dgm:t>
        <a:bodyPr/>
        <a:lstStyle/>
        <a:p>
          <a:endParaRPr lang="en-US"/>
        </a:p>
      </dgm:t>
    </dgm:pt>
    <dgm:pt modelId="{0172789B-27A9-4CF3-93A7-1107FD017ECB}" type="sibTrans" cxnId="{392FA956-1C26-44DE-B01E-BD0C526EEEA3}">
      <dgm:prSet/>
      <dgm:spPr/>
      <dgm:t>
        <a:bodyPr/>
        <a:lstStyle/>
        <a:p>
          <a:endParaRPr lang="en-US"/>
        </a:p>
      </dgm:t>
    </dgm:pt>
    <dgm:pt modelId="{DAF4C488-EB0B-47FC-BC2F-B6D9735D1B20}">
      <dgm:prSet/>
      <dgm:spPr/>
      <dgm:t>
        <a:bodyPr/>
        <a:lstStyle/>
        <a:p>
          <a:r>
            <a:rPr lang="en-US"/>
            <a:t>- Explore GitHub for collaboration</a:t>
          </a:r>
        </a:p>
      </dgm:t>
    </dgm:pt>
    <dgm:pt modelId="{DC57E600-E2D1-4A82-86E1-DA4122857059}" type="parTrans" cxnId="{0EDC7070-E4C8-4656-A2F9-7EFE5B23D23D}">
      <dgm:prSet/>
      <dgm:spPr/>
      <dgm:t>
        <a:bodyPr/>
        <a:lstStyle/>
        <a:p>
          <a:endParaRPr lang="en-US"/>
        </a:p>
      </dgm:t>
    </dgm:pt>
    <dgm:pt modelId="{7D2F800C-FDF6-4D4E-B277-A28E68427866}" type="sibTrans" cxnId="{0EDC7070-E4C8-4656-A2F9-7EFE5B23D23D}">
      <dgm:prSet/>
      <dgm:spPr/>
      <dgm:t>
        <a:bodyPr/>
        <a:lstStyle/>
        <a:p>
          <a:endParaRPr lang="en-US"/>
        </a:p>
      </dgm:t>
    </dgm:pt>
    <dgm:pt modelId="{72B9F855-6E30-4015-83D3-F4B8BD1812AA}">
      <dgm:prSet/>
      <dgm:spPr/>
      <dgm:t>
        <a:bodyPr/>
        <a:lstStyle/>
        <a:p>
          <a:r>
            <a:rPr lang="en-US"/>
            <a:t>- Try branching and merging</a:t>
          </a:r>
        </a:p>
      </dgm:t>
    </dgm:pt>
    <dgm:pt modelId="{27E598CE-B1EB-4F82-AC62-770F33D64B29}" type="parTrans" cxnId="{6312ABB3-14DC-44FA-B32E-811FBA8702A1}">
      <dgm:prSet/>
      <dgm:spPr/>
      <dgm:t>
        <a:bodyPr/>
        <a:lstStyle/>
        <a:p>
          <a:endParaRPr lang="en-US"/>
        </a:p>
      </dgm:t>
    </dgm:pt>
    <dgm:pt modelId="{AE09393B-6174-4E12-B541-C5CEBAC245F0}" type="sibTrans" cxnId="{6312ABB3-14DC-44FA-B32E-811FBA8702A1}">
      <dgm:prSet/>
      <dgm:spPr/>
      <dgm:t>
        <a:bodyPr/>
        <a:lstStyle/>
        <a:p>
          <a:endParaRPr lang="en-US"/>
        </a:p>
      </dgm:t>
    </dgm:pt>
    <dgm:pt modelId="{95F577D2-898D-457E-BD34-0396F1ACE904}">
      <dgm:prSet/>
      <dgm:spPr/>
      <dgm:t>
        <a:bodyPr/>
        <a:lstStyle/>
        <a:p>
          <a:r>
            <a:rPr lang="en-US"/>
            <a:t>- Join coding communities</a:t>
          </a:r>
        </a:p>
      </dgm:t>
    </dgm:pt>
    <dgm:pt modelId="{BA0A7F88-E662-463E-B4DB-4B4CE2C8E5A7}" type="parTrans" cxnId="{6A95460E-EF5C-4736-8CFF-C314FA5AFAEC}">
      <dgm:prSet/>
      <dgm:spPr/>
      <dgm:t>
        <a:bodyPr/>
        <a:lstStyle/>
        <a:p>
          <a:endParaRPr lang="en-US"/>
        </a:p>
      </dgm:t>
    </dgm:pt>
    <dgm:pt modelId="{1F49597A-D9FB-4705-BC2B-8E5DC0C93210}" type="sibTrans" cxnId="{6A95460E-EF5C-4736-8CFF-C314FA5AFAEC}">
      <dgm:prSet/>
      <dgm:spPr/>
      <dgm:t>
        <a:bodyPr/>
        <a:lstStyle/>
        <a:p>
          <a:endParaRPr lang="en-US"/>
        </a:p>
      </dgm:t>
    </dgm:pt>
    <dgm:pt modelId="{9D86505F-EF0B-4AD9-9F67-1D00C148E8A1}">
      <dgm:prSet/>
      <dgm:spPr/>
      <dgm:t>
        <a:bodyPr/>
        <a:lstStyle/>
        <a:p>
          <a:r>
            <a:rPr lang="en-US"/>
            <a:t>Thank you for attending! </a:t>
          </a:r>
        </a:p>
      </dgm:t>
    </dgm:pt>
    <dgm:pt modelId="{661CD9C7-5860-4EB7-A5F1-4BA3F74CC852}" type="parTrans" cxnId="{72D12CE6-5ACE-4C45-A4EE-FCDBE1AA798C}">
      <dgm:prSet/>
      <dgm:spPr/>
      <dgm:t>
        <a:bodyPr/>
        <a:lstStyle/>
        <a:p>
          <a:endParaRPr lang="en-US"/>
        </a:p>
      </dgm:t>
    </dgm:pt>
    <dgm:pt modelId="{D14F807A-BF8B-4EE4-A12B-4A8CA6ED359D}" type="sibTrans" cxnId="{72D12CE6-5ACE-4C45-A4EE-FCDBE1AA798C}">
      <dgm:prSet/>
      <dgm:spPr/>
      <dgm:t>
        <a:bodyPr/>
        <a:lstStyle/>
        <a:p>
          <a:endParaRPr lang="en-US"/>
        </a:p>
      </dgm:t>
    </dgm:pt>
    <dgm:pt modelId="{A1593BC0-2257-834A-8F18-4BB2863270CD}" type="pres">
      <dgm:prSet presAssocID="{83F5660E-2F09-47C1-81BB-55D7F79E679B}" presName="vert0" presStyleCnt="0">
        <dgm:presLayoutVars>
          <dgm:dir/>
          <dgm:animOne val="branch"/>
          <dgm:animLvl val="lvl"/>
        </dgm:presLayoutVars>
      </dgm:prSet>
      <dgm:spPr/>
    </dgm:pt>
    <dgm:pt modelId="{709E875C-750C-374A-9488-646C1AB459FA}" type="pres">
      <dgm:prSet presAssocID="{4021E4D1-804A-457F-B910-9F5ED38B30EB}" presName="thickLine" presStyleLbl="alignNode1" presStyleIdx="0" presStyleCnt="7"/>
      <dgm:spPr/>
    </dgm:pt>
    <dgm:pt modelId="{55116F09-6422-4640-AA1C-136A27225D0C}" type="pres">
      <dgm:prSet presAssocID="{4021E4D1-804A-457F-B910-9F5ED38B30EB}" presName="horz1" presStyleCnt="0"/>
      <dgm:spPr/>
    </dgm:pt>
    <dgm:pt modelId="{A8869E29-2160-C949-A8A7-F1D48B3E0700}" type="pres">
      <dgm:prSet presAssocID="{4021E4D1-804A-457F-B910-9F5ED38B30EB}" presName="tx1" presStyleLbl="revTx" presStyleIdx="0" presStyleCnt="7"/>
      <dgm:spPr/>
    </dgm:pt>
    <dgm:pt modelId="{3F250254-9AAA-BE42-8468-58093DCFF466}" type="pres">
      <dgm:prSet presAssocID="{4021E4D1-804A-457F-B910-9F5ED38B30EB}" presName="vert1" presStyleCnt="0"/>
      <dgm:spPr/>
    </dgm:pt>
    <dgm:pt modelId="{52C74597-3323-ED47-BE1A-880D3492C29B}" type="pres">
      <dgm:prSet presAssocID="{760FA187-E981-4233-8B29-10B8581E0054}" presName="thickLine" presStyleLbl="alignNode1" presStyleIdx="1" presStyleCnt="7"/>
      <dgm:spPr/>
    </dgm:pt>
    <dgm:pt modelId="{9C9399BA-8CD4-E84D-BE0A-7D55D23DE8E3}" type="pres">
      <dgm:prSet presAssocID="{760FA187-E981-4233-8B29-10B8581E0054}" presName="horz1" presStyleCnt="0"/>
      <dgm:spPr/>
    </dgm:pt>
    <dgm:pt modelId="{0F1753A3-9B20-A945-B56C-6BF71D4AC9F2}" type="pres">
      <dgm:prSet presAssocID="{760FA187-E981-4233-8B29-10B8581E0054}" presName="tx1" presStyleLbl="revTx" presStyleIdx="1" presStyleCnt="7"/>
      <dgm:spPr/>
    </dgm:pt>
    <dgm:pt modelId="{BD63BAE0-1021-BC46-A40F-AC10E6CEEB5F}" type="pres">
      <dgm:prSet presAssocID="{760FA187-E981-4233-8B29-10B8581E0054}" presName="vert1" presStyleCnt="0"/>
      <dgm:spPr/>
    </dgm:pt>
    <dgm:pt modelId="{CA760232-D448-3F4E-9608-D461C08C35F2}" type="pres">
      <dgm:prSet presAssocID="{6CA5EE1C-3E0F-4786-8B47-29668316CEDA}" presName="thickLine" presStyleLbl="alignNode1" presStyleIdx="2" presStyleCnt="7"/>
      <dgm:spPr/>
    </dgm:pt>
    <dgm:pt modelId="{7B85407D-FA19-5141-869A-37BAE6764C4C}" type="pres">
      <dgm:prSet presAssocID="{6CA5EE1C-3E0F-4786-8B47-29668316CEDA}" presName="horz1" presStyleCnt="0"/>
      <dgm:spPr/>
    </dgm:pt>
    <dgm:pt modelId="{03FF43DF-9645-024C-809B-6E64FD77F6FF}" type="pres">
      <dgm:prSet presAssocID="{6CA5EE1C-3E0F-4786-8B47-29668316CEDA}" presName="tx1" presStyleLbl="revTx" presStyleIdx="2" presStyleCnt="7"/>
      <dgm:spPr/>
    </dgm:pt>
    <dgm:pt modelId="{0EF20F2C-72A6-314B-8C5F-BD785D714207}" type="pres">
      <dgm:prSet presAssocID="{6CA5EE1C-3E0F-4786-8B47-29668316CEDA}" presName="vert1" presStyleCnt="0"/>
      <dgm:spPr/>
    </dgm:pt>
    <dgm:pt modelId="{E7736577-9205-254A-A5A7-0D5CF48D14DC}" type="pres">
      <dgm:prSet presAssocID="{DAF4C488-EB0B-47FC-BC2F-B6D9735D1B20}" presName="thickLine" presStyleLbl="alignNode1" presStyleIdx="3" presStyleCnt="7"/>
      <dgm:spPr/>
    </dgm:pt>
    <dgm:pt modelId="{F4A544B2-0891-D149-AC02-12AD037C3E28}" type="pres">
      <dgm:prSet presAssocID="{DAF4C488-EB0B-47FC-BC2F-B6D9735D1B20}" presName="horz1" presStyleCnt="0"/>
      <dgm:spPr/>
    </dgm:pt>
    <dgm:pt modelId="{F177587E-DFB6-2D4B-BD1E-032A3DEB4186}" type="pres">
      <dgm:prSet presAssocID="{DAF4C488-EB0B-47FC-BC2F-B6D9735D1B20}" presName="tx1" presStyleLbl="revTx" presStyleIdx="3" presStyleCnt="7"/>
      <dgm:spPr/>
    </dgm:pt>
    <dgm:pt modelId="{6D9BFAA2-BE09-4444-9959-6DDFE1128FD0}" type="pres">
      <dgm:prSet presAssocID="{DAF4C488-EB0B-47FC-BC2F-B6D9735D1B20}" presName="vert1" presStyleCnt="0"/>
      <dgm:spPr/>
    </dgm:pt>
    <dgm:pt modelId="{6D9CFFC6-1F8F-A340-9930-EFF1E5466FD9}" type="pres">
      <dgm:prSet presAssocID="{72B9F855-6E30-4015-83D3-F4B8BD1812AA}" presName="thickLine" presStyleLbl="alignNode1" presStyleIdx="4" presStyleCnt="7"/>
      <dgm:spPr/>
    </dgm:pt>
    <dgm:pt modelId="{2D75EC5B-C2F6-774A-B136-8C147266C13A}" type="pres">
      <dgm:prSet presAssocID="{72B9F855-6E30-4015-83D3-F4B8BD1812AA}" presName="horz1" presStyleCnt="0"/>
      <dgm:spPr/>
    </dgm:pt>
    <dgm:pt modelId="{47C60AEB-9E6C-6B42-8314-E47FB3072838}" type="pres">
      <dgm:prSet presAssocID="{72B9F855-6E30-4015-83D3-F4B8BD1812AA}" presName="tx1" presStyleLbl="revTx" presStyleIdx="4" presStyleCnt="7"/>
      <dgm:spPr/>
    </dgm:pt>
    <dgm:pt modelId="{A21BD353-AF26-D446-8A8B-03D9EBB0F988}" type="pres">
      <dgm:prSet presAssocID="{72B9F855-6E30-4015-83D3-F4B8BD1812AA}" presName="vert1" presStyleCnt="0"/>
      <dgm:spPr/>
    </dgm:pt>
    <dgm:pt modelId="{0600564B-86C0-8843-8100-B6D1AEC802AF}" type="pres">
      <dgm:prSet presAssocID="{95F577D2-898D-457E-BD34-0396F1ACE904}" presName="thickLine" presStyleLbl="alignNode1" presStyleIdx="5" presStyleCnt="7"/>
      <dgm:spPr/>
    </dgm:pt>
    <dgm:pt modelId="{6D7AD7E1-71CF-864B-81C5-09274F136ED5}" type="pres">
      <dgm:prSet presAssocID="{95F577D2-898D-457E-BD34-0396F1ACE904}" presName="horz1" presStyleCnt="0"/>
      <dgm:spPr/>
    </dgm:pt>
    <dgm:pt modelId="{9BB69A42-C59A-C646-AC4E-E0031810B701}" type="pres">
      <dgm:prSet presAssocID="{95F577D2-898D-457E-BD34-0396F1ACE904}" presName="tx1" presStyleLbl="revTx" presStyleIdx="5" presStyleCnt="7"/>
      <dgm:spPr/>
    </dgm:pt>
    <dgm:pt modelId="{35149272-1E73-6C44-B87A-8EDD0EE30C55}" type="pres">
      <dgm:prSet presAssocID="{95F577D2-898D-457E-BD34-0396F1ACE904}" presName="vert1" presStyleCnt="0"/>
      <dgm:spPr/>
    </dgm:pt>
    <dgm:pt modelId="{F45B9616-9DC0-714F-A360-2F8AA78FD938}" type="pres">
      <dgm:prSet presAssocID="{9D86505F-EF0B-4AD9-9F67-1D00C148E8A1}" presName="thickLine" presStyleLbl="alignNode1" presStyleIdx="6" presStyleCnt="7"/>
      <dgm:spPr/>
    </dgm:pt>
    <dgm:pt modelId="{807C9ACB-D7E5-AD4F-B219-362B91A27568}" type="pres">
      <dgm:prSet presAssocID="{9D86505F-EF0B-4AD9-9F67-1D00C148E8A1}" presName="horz1" presStyleCnt="0"/>
      <dgm:spPr/>
    </dgm:pt>
    <dgm:pt modelId="{2B53F8DA-78F6-F645-BBF8-E5298E483309}" type="pres">
      <dgm:prSet presAssocID="{9D86505F-EF0B-4AD9-9F67-1D00C148E8A1}" presName="tx1" presStyleLbl="revTx" presStyleIdx="6" presStyleCnt="7"/>
      <dgm:spPr/>
    </dgm:pt>
    <dgm:pt modelId="{BADF55C1-1023-8541-88F7-0FFA36C316E5}" type="pres">
      <dgm:prSet presAssocID="{9D86505F-EF0B-4AD9-9F67-1D00C148E8A1}" presName="vert1" presStyleCnt="0"/>
      <dgm:spPr/>
    </dgm:pt>
  </dgm:ptLst>
  <dgm:cxnLst>
    <dgm:cxn modelId="{B427560D-2485-8B42-99DE-0564034D6322}" type="presOf" srcId="{9D86505F-EF0B-4AD9-9F67-1D00C148E8A1}" destId="{2B53F8DA-78F6-F645-BBF8-E5298E483309}" srcOrd="0" destOrd="0" presId="urn:microsoft.com/office/officeart/2008/layout/LinedList"/>
    <dgm:cxn modelId="{6A95460E-EF5C-4736-8CFF-C314FA5AFAEC}" srcId="{83F5660E-2F09-47C1-81BB-55D7F79E679B}" destId="{95F577D2-898D-457E-BD34-0396F1ACE904}" srcOrd="5" destOrd="0" parTransId="{BA0A7F88-E662-463E-B4DB-4B4CE2C8E5A7}" sibTransId="{1F49597A-D9FB-4705-BC2B-8E5DC0C93210}"/>
    <dgm:cxn modelId="{68B6F110-8283-F848-B966-D03ED7D73A07}" type="presOf" srcId="{4021E4D1-804A-457F-B910-9F5ED38B30EB}" destId="{A8869E29-2160-C949-A8A7-F1D48B3E0700}" srcOrd="0" destOrd="0" presId="urn:microsoft.com/office/officeart/2008/layout/LinedList"/>
    <dgm:cxn modelId="{E44C5A45-A9AC-AA4A-8CA4-FB77A7B0A662}" type="presOf" srcId="{95F577D2-898D-457E-BD34-0396F1ACE904}" destId="{9BB69A42-C59A-C646-AC4E-E0031810B701}" srcOrd="0" destOrd="0" presId="urn:microsoft.com/office/officeart/2008/layout/LinedList"/>
    <dgm:cxn modelId="{392FA956-1C26-44DE-B01E-BD0C526EEEA3}" srcId="{83F5660E-2F09-47C1-81BB-55D7F79E679B}" destId="{6CA5EE1C-3E0F-4786-8B47-29668316CEDA}" srcOrd="2" destOrd="0" parTransId="{21F44D58-6C95-4CC7-920E-A8344C38D3E1}" sibTransId="{0172789B-27A9-4CF3-93A7-1107FD017ECB}"/>
    <dgm:cxn modelId="{1BA2B86C-E8F2-9D42-9BB7-598B8414BB3D}" type="presOf" srcId="{DAF4C488-EB0B-47FC-BC2F-B6D9735D1B20}" destId="{F177587E-DFB6-2D4B-BD1E-032A3DEB4186}" srcOrd="0" destOrd="0" presId="urn:microsoft.com/office/officeart/2008/layout/LinedList"/>
    <dgm:cxn modelId="{0EDC7070-E4C8-4656-A2F9-7EFE5B23D23D}" srcId="{83F5660E-2F09-47C1-81BB-55D7F79E679B}" destId="{DAF4C488-EB0B-47FC-BC2F-B6D9735D1B20}" srcOrd="3" destOrd="0" parTransId="{DC57E600-E2D1-4A82-86E1-DA4122857059}" sibTransId="{7D2F800C-FDF6-4D4E-B277-A28E68427866}"/>
    <dgm:cxn modelId="{9F1F237D-A56E-8A4C-AE35-D7CE9A60123D}" type="presOf" srcId="{72B9F855-6E30-4015-83D3-F4B8BD1812AA}" destId="{47C60AEB-9E6C-6B42-8314-E47FB3072838}" srcOrd="0" destOrd="0" presId="urn:microsoft.com/office/officeart/2008/layout/LinedList"/>
    <dgm:cxn modelId="{6312ABB3-14DC-44FA-B32E-811FBA8702A1}" srcId="{83F5660E-2F09-47C1-81BB-55D7F79E679B}" destId="{72B9F855-6E30-4015-83D3-F4B8BD1812AA}" srcOrd="4" destOrd="0" parTransId="{27E598CE-B1EB-4F82-AC62-770F33D64B29}" sibTransId="{AE09393B-6174-4E12-B541-C5CEBAC245F0}"/>
    <dgm:cxn modelId="{B21A42B7-14A4-A94C-836A-66C40893F6BF}" type="presOf" srcId="{6CA5EE1C-3E0F-4786-8B47-29668316CEDA}" destId="{03FF43DF-9645-024C-809B-6E64FD77F6FF}" srcOrd="0" destOrd="0" presId="urn:microsoft.com/office/officeart/2008/layout/LinedList"/>
    <dgm:cxn modelId="{B63562B9-7FB1-4F99-B864-C0FA6EBDDC22}" srcId="{83F5660E-2F09-47C1-81BB-55D7F79E679B}" destId="{760FA187-E981-4233-8B29-10B8581E0054}" srcOrd="1" destOrd="0" parTransId="{47B9EADC-6527-4561-95C2-BFA8FE53A0BE}" sibTransId="{241BF064-A016-4B7F-B8E8-AEB565A3EB2E}"/>
    <dgm:cxn modelId="{32B148CC-65CC-B94D-AB67-42D3F426DCF4}" type="presOf" srcId="{83F5660E-2F09-47C1-81BB-55D7F79E679B}" destId="{A1593BC0-2257-834A-8F18-4BB2863270CD}" srcOrd="0" destOrd="0" presId="urn:microsoft.com/office/officeart/2008/layout/LinedList"/>
    <dgm:cxn modelId="{FD7CBDD7-2F3F-4243-9155-95BFD3849FE2}" srcId="{83F5660E-2F09-47C1-81BB-55D7F79E679B}" destId="{4021E4D1-804A-457F-B910-9F5ED38B30EB}" srcOrd="0" destOrd="0" parTransId="{A7A21D06-CCF2-43D3-A4ED-D0258A656232}" sibTransId="{0D34973C-0D41-4786-8F0D-28E70B4BC880}"/>
    <dgm:cxn modelId="{72D12CE6-5ACE-4C45-A4EE-FCDBE1AA798C}" srcId="{83F5660E-2F09-47C1-81BB-55D7F79E679B}" destId="{9D86505F-EF0B-4AD9-9F67-1D00C148E8A1}" srcOrd="6" destOrd="0" parTransId="{661CD9C7-5860-4EB7-A5F1-4BA3F74CC852}" sibTransId="{D14F807A-BF8B-4EE4-A12B-4A8CA6ED359D}"/>
    <dgm:cxn modelId="{8DDAE9F6-580A-D44B-BA8E-B277A5A6D33E}" type="presOf" srcId="{760FA187-E981-4233-8B29-10B8581E0054}" destId="{0F1753A3-9B20-A945-B56C-6BF71D4AC9F2}" srcOrd="0" destOrd="0" presId="urn:microsoft.com/office/officeart/2008/layout/LinedList"/>
    <dgm:cxn modelId="{E3D8232A-9EEF-8E43-9906-134BA9859ADC}" type="presParOf" srcId="{A1593BC0-2257-834A-8F18-4BB2863270CD}" destId="{709E875C-750C-374A-9488-646C1AB459FA}" srcOrd="0" destOrd="0" presId="urn:microsoft.com/office/officeart/2008/layout/LinedList"/>
    <dgm:cxn modelId="{219CB0A9-961C-CE49-AE03-942B7DE16869}" type="presParOf" srcId="{A1593BC0-2257-834A-8F18-4BB2863270CD}" destId="{55116F09-6422-4640-AA1C-136A27225D0C}" srcOrd="1" destOrd="0" presId="urn:microsoft.com/office/officeart/2008/layout/LinedList"/>
    <dgm:cxn modelId="{16812D14-826E-8B4F-BD04-DAB32476D37B}" type="presParOf" srcId="{55116F09-6422-4640-AA1C-136A27225D0C}" destId="{A8869E29-2160-C949-A8A7-F1D48B3E0700}" srcOrd="0" destOrd="0" presId="urn:microsoft.com/office/officeart/2008/layout/LinedList"/>
    <dgm:cxn modelId="{8EB05245-45B1-724C-A3CB-4F0549B166AD}" type="presParOf" srcId="{55116F09-6422-4640-AA1C-136A27225D0C}" destId="{3F250254-9AAA-BE42-8468-58093DCFF466}" srcOrd="1" destOrd="0" presId="urn:microsoft.com/office/officeart/2008/layout/LinedList"/>
    <dgm:cxn modelId="{2711A740-989D-6344-BD6F-8BC41611F139}" type="presParOf" srcId="{A1593BC0-2257-834A-8F18-4BB2863270CD}" destId="{52C74597-3323-ED47-BE1A-880D3492C29B}" srcOrd="2" destOrd="0" presId="urn:microsoft.com/office/officeart/2008/layout/LinedList"/>
    <dgm:cxn modelId="{FD10B0FA-BCCB-904D-A89C-A8351A341B5B}" type="presParOf" srcId="{A1593BC0-2257-834A-8F18-4BB2863270CD}" destId="{9C9399BA-8CD4-E84D-BE0A-7D55D23DE8E3}" srcOrd="3" destOrd="0" presId="urn:microsoft.com/office/officeart/2008/layout/LinedList"/>
    <dgm:cxn modelId="{B515972A-4196-B845-BC99-6B61ACF69E64}" type="presParOf" srcId="{9C9399BA-8CD4-E84D-BE0A-7D55D23DE8E3}" destId="{0F1753A3-9B20-A945-B56C-6BF71D4AC9F2}" srcOrd="0" destOrd="0" presId="urn:microsoft.com/office/officeart/2008/layout/LinedList"/>
    <dgm:cxn modelId="{357104CA-2D07-8840-9FF1-F60A545286C7}" type="presParOf" srcId="{9C9399BA-8CD4-E84D-BE0A-7D55D23DE8E3}" destId="{BD63BAE0-1021-BC46-A40F-AC10E6CEEB5F}" srcOrd="1" destOrd="0" presId="urn:microsoft.com/office/officeart/2008/layout/LinedList"/>
    <dgm:cxn modelId="{7A272D50-9BED-D140-8EBF-79ABD1947E66}" type="presParOf" srcId="{A1593BC0-2257-834A-8F18-4BB2863270CD}" destId="{CA760232-D448-3F4E-9608-D461C08C35F2}" srcOrd="4" destOrd="0" presId="urn:microsoft.com/office/officeart/2008/layout/LinedList"/>
    <dgm:cxn modelId="{A4E1535F-3874-FC4B-9BF0-65457126726C}" type="presParOf" srcId="{A1593BC0-2257-834A-8F18-4BB2863270CD}" destId="{7B85407D-FA19-5141-869A-37BAE6764C4C}" srcOrd="5" destOrd="0" presId="urn:microsoft.com/office/officeart/2008/layout/LinedList"/>
    <dgm:cxn modelId="{1D1088F4-47CA-D546-A970-8E9555C09120}" type="presParOf" srcId="{7B85407D-FA19-5141-869A-37BAE6764C4C}" destId="{03FF43DF-9645-024C-809B-6E64FD77F6FF}" srcOrd="0" destOrd="0" presId="urn:microsoft.com/office/officeart/2008/layout/LinedList"/>
    <dgm:cxn modelId="{E4DCFD08-F6E7-124D-93FA-CCA915C6752E}" type="presParOf" srcId="{7B85407D-FA19-5141-869A-37BAE6764C4C}" destId="{0EF20F2C-72A6-314B-8C5F-BD785D714207}" srcOrd="1" destOrd="0" presId="urn:microsoft.com/office/officeart/2008/layout/LinedList"/>
    <dgm:cxn modelId="{FC727E69-4646-1343-8462-001EB95C1F52}" type="presParOf" srcId="{A1593BC0-2257-834A-8F18-4BB2863270CD}" destId="{E7736577-9205-254A-A5A7-0D5CF48D14DC}" srcOrd="6" destOrd="0" presId="urn:microsoft.com/office/officeart/2008/layout/LinedList"/>
    <dgm:cxn modelId="{9EDAB2D8-861A-1441-A1CD-F1B7A350943F}" type="presParOf" srcId="{A1593BC0-2257-834A-8F18-4BB2863270CD}" destId="{F4A544B2-0891-D149-AC02-12AD037C3E28}" srcOrd="7" destOrd="0" presId="urn:microsoft.com/office/officeart/2008/layout/LinedList"/>
    <dgm:cxn modelId="{0A88895D-6D87-884C-9400-32E22ECA6DA1}" type="presParOf" srcId="{F4A544B2-0891-D149-AC02-12AD037C3E28}" destId="{F177587E-DFB6-2D4B-BD1E-032A3DEB4186}" srcOrd="0" destOrd="0" presId="urn:microsoft.com/office/officeart/2008/layout/LinedList"/>
    <dgm:cxn modelId="{8A8CB28C-AF82-8A4D-B721-CFBCE16127F5}" type="presParOf" srcId="{F4A544B2-0891-D149-AC02-12AD037C3E28}" destId="{6D9BFAA2-BE09-4444-9959-6DDFE1128FD0}" srcOrd="1" destOrd="0" presId="urn:microsoft.com/office/officeart/2008/layout/LinedList"/>
    <dgm:cxn modelId="{7DA6ABCD-90B3-2B4C-A2DA-23E8566C03A3}" type="presParOf" srcId="{A1593BC0-2257-834A-8F18-4BB2863270CD}" destId="{6D9CFFC6-1F8F-A340-9930-EFF1E5466FD9}" srcOrd="8" destOrd="0" presId="urn:microsoft.com/office/officeart/2008/layout/LinedList"/>
    <dgm:cxn modelId="{2123171F-3CFE-0A43-BB92-B8EF8323B0B9}" type="presParOf" srcId="{A1593BC0-2257-834A-8F18-4BB2863270CD}" destId="{2D75EC5B-C2F6-774A-B136-8C147266C13A}" srcOrd="9" destOrd="0" presId="urn:microsoft.com/office/officeart/2008/layout/LinedList"/>
    <dgm:cxn modelId="{F7D68C66-C67B-7447-8DD5-06F3F8D6EAC4}" type="presParOf" srcId="{2D75EC5B-C2F6-774A-B136-8C147266C13A}" destId="{47C60AEB-9E6C-6B42-8314-E47FB3072838}" srcOrd="0" destOrd="0" presId="urn:microsoft.com/office/officeart/2008/layout/LinedList"/>
    <dgm:cxn modelId="{3695BB6D-E9E1-FE47-8424-D93CA670F06C}" type="presParOf" srcId="{2D75EC5B-C2F6-774A-B136-8C147266C13A}" destId="{A21BD353-AF26-D446-8A8B-03D9EBB0F988}" srcOrd="1" destOrd="0" presId="urn:microsoft.com/office/officeart/2008/layout/LinedList"/>
    <dgm:cxn modelId="{07DD04ED-2E4A-0341-88EE-149EF3B88F74}" type="presParOf" srcId="{A1593BC0-2257-834A-8F18-4BB2863270CD}" destId="{0600564B-86C0-8843-8100-B6D1AEC802AF}" srcOrd="10" destOrd="0" presId="urn:microsoft.com/office/officeart/2008/layout/LinedList"/>
    <dgm:cxn modelId="{33688DF5-82F3-0F45-8C2A-F86EFD8EB826}" type="presParOf" srcId="{A1593BC0-2257-834A-8F18-4BB2863270CD}" destId="{6D7AD7E1-71CF-864B-81C5-09274F136ED5}" srcOrd="11" destOrd="0" presId="urn:microsoft.com/office/officeart/2008/layout/LinedList"/>
    <dgm:cxn modelId="{B2904014-5544-9148-9361-40D91388973D}" type="presParOf" srcId="{6D7AD7E1-71CF-864B-81C5-09274F136ED5}" destId="{9BB69A42-C59A-C646-AC4E-E0031810B701}" srcOrd="0" destOrd="0" presId="urn:microsoft.com/office/officeart/2008/layout/LinedList"/>
    <dgm:cxn modelId="{FC3BD5A8-2CCF-3D4B-9F83-4B49DA09F083}" type="presParOf" srcId="{6D7AD7E1-71CF-864B-81C5-09274F136ED5}" destId="{35149272-1E73-6C44-B87A-8EDD0EE30C55}" srcOrd="1" destOrd="0" presId="urn:microsoft.com/office/officeart/2008/layout/LinedList"/>
    <dgm:cxn modelId="{5390DF5A-1F25-FC47-9B06-6CD86D96561D}" type="presParOf" srcId="{A1593BC0-2257-834A-8F18-4BB2863270CD}" destId="{F45B9616-9DC0-714F-A360-2F8AA78FD938}" srcOrd="12" destOrd="0" presId="urn:microsoft.com/office/officeart/2008/layout/LinedList"/>
    <dgm:cxn modelId="{08491388-1B3B-1A47-BD34-B867F2A03715}" type="presParOf" srcId="{A1593BC0-2257-834A-8F18-4BB2863270CD}" destId="{807C9ACB-D7E5-AD4F-B219-362B91A27568}" srcOrd="13" destOrd="0" presId="urn:microsoft.com/office/officeart/2008/layout/LinedList"/>
    <dgm:cxn modelId="{13AF38EC-C0CB-B347-9D7C-84074CA19BDA}" type="presParOf" srcId="{807C9ACB-D7E5-AD4F-B219-362B91A27568}" destId="{2B53F8DA-78F6-F645-BBF8-E5298E483309}" srcOrd="0" destOrd="0" presId="urn:microsoft.com/office/officeart/2008/layout/LinedList"/>
    <dgm:cxn modelId="{B8E71A5E-37C1-D347-B32D-EB5350E9B8B6}" type="presParOf" srcId="{807C9ACB-D7E5-AD4F-B219-362B91A27568}" destId="{BADF55C1-1023-8541-88F7-0FFA36C316E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22A8E3-EBC5-1E48-B81C-0B770D987E15}">
      <dsp:nvSpPr>
        <dsp:cNvPr id="0" name=""/>
        <dsp:cNvSpPr/>
      </dsp:nvSpPr>
      <dsp:spPr>
        <a:xfrm>
          <a:off x="0" y="0"/>
          <a:ext cx="1017905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D0B00-9644-BA4B-A93E-5FBAF8F0EDD4}">
      <dsp:nvSpPr>
        <dsp:cNvPr id="0" name=""/>
        <dsp:cNvSpPr/>
      </dsp:nvSpPr>
      <dsp:spPr>
        <a:xfrm>
          <a:off x="0" y="0"/>
          <a:ext cx="2035810" cy="359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Directory </a:t>
          </a:r>
          <a:r>
            <a:rPr lang="en-US" sz="3100" kern="1200"/>
            <a:t>and </a:t>
          </a:r>
          <a:r>
            <a:rPr lang="en-US" sz="3100" b="1" kern="1200"/>
            <a:t>Folder</a:t>
          </a:r>
          <a:endParaRPr lang="en-US" sz="3100" kern="1200"/>
        </a:p>
      </dsp:txBody>
      <dsp:txXfrm>
        <a:off x="0" y="0"/>
        <a:ext cx="2035810" cy="3594100"/>
      </dsp:txXfrm>
    </dsp:sp>
    <dsp:sp modelId="{C35DA138-6E00-E040-B8AF-CF17C194BBAC}">
      <dsp:nvSpPr>
        <dsp:cNvPr id="0" name=""/>
        <dsp:cNvSpPr/>
      </dsp:nvSpPr>
      <dsp:spPr>
        <a:xfrm>
          <a:off x="2188495" y="83534"/>
          <a:ext cx="7990554" cy="1670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/>
            <a:t>Used interchangeably in Git</a:t>
          </a:r>
          <a:endParaRPr lang="en-US" sz="4800" kern="1200"/>
        </a:p>
      </dsp:txBody>
      <dsp:txXfrm>
        <a:off x="2188495" y="83534"/>
        <a:ext cx="7990554" cy="1670694"/>
      </dsp:txXfrm>
    </dsp:sp>
    <dsp:sp modelId="{FA6703B4-6FA3-1D4A-9A2E-3B05E791923F}">
      <dsp:nvSpPr>
        <dsp:cNvPr id="0" name=""/>
        <dsp:cNvSpPr/>
      </dsp:nvSpPr>
      <dsp:spPr>
        <a:xfrm>
          <a:off x="2035810" y="1754229"/>
          <a:ext cx="814324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0DE4E-7FCC-1647-AAA1-6987684FBD7E}">
      <dsp:nvSpPr>
        <dsp:cNvPr id="0" name=""/>
        <dsp:cNvSpPr/>
      </dsp:nvSpPr>
      <dsp:spPr>
        <a:xfrm>
          <a:off x="2188495" y="1837764"/>
          <a:ext cx="7990554" cy="1670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/>
            <a:t>Both mean: a container for files and other folders</a:t>
          </a:r>
          <a:endParaRPr lang="en-US" sz="4800" kern="1200"/>
        </a:p>
      </dsp:txBody>
      <dsp:txXfrm>
        <a:off x="2188495" y="1837764"/>
        <a:ext cx="7990554" cy="1670694"/>
      </dsp:txXfrm>
    </dsp:sp>
    <dsp:sp modelId="{994C814A-40D8-DC4C-9B18-612B7786525C}">
      <dsp:nvSpPr>
        <dsp:cNvPr id="0" name=""/>
        <dsp:cNvSpPr/>
      </dsp:nvSpPr>
      <dsp:spPr>
        <a:xfrm>
          <a:off x="2035810" y="3508459"/>
          <a:ext cx="814324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F0ACCC-4899-2D40-AB02-D87E042ADF60}">
      <dsp:nvSpPr>
        <dsp:cNvPr id="0" name=""/>
        <dsp:cNvSpPr/>
      </dsp:nvSpPr>
      <dsp:spPr>
        <a:xfrm>
          <a:off x="0" y="9350"/>
          <a:ext cx="10178321" cy="11033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- Visit: </a:t>
          </a:r>
          <a:r>
            <a:rPr lang="en-US" sz="4600" b="1" kern="1200"/>
            <a:t>https://code.visualstudio.com/</a:t>
          </a:r>
          <a:endParaRPr lang="en-US" sz="4600" kern="1200"/>
        </a:p>
      </dsp:txBody>
      <dsp:txXfrm>
        <a:off x="53859" y="63209"/>
        <a:ext cx="10070603" cy="995592"/>
      </dsp:txXfrm>
    </dsp:sp>
    <dsp:sp modelId="{F1E317D6-9F47-0043-B3D9-A51415D8528B}">
      <dsp:nvSpPr>
        <dsp:cNvPr id="0" name=""/>
        <dsp:cNvSpPr/>
      </dsp:nvSpPr>
      <dsp:spPr>
        <a:xfrm>
          <a:off x="0" y="1245140"/>
          <a:ext cx="10178321" cy="11033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- Download for your operating system</a:t>
          </a:r>
        </a:p>
      </dsp:txBody>
      <dsp:txXfrm>
        <a:off x="53859" y="1298999"/>
        <a:ext cx="10070603" cy="995592"/>
      </dsp:txXfrm>
    </dsp:sp>
    <dsp:sp modelId="{D33E5EC8-0DE0-254E-8DC2-12C2E84004A0}">
      <dsp:nvSpPr>
        <dsp:cNvPr id="0" name=""/>
        <dsp:cNvSpPr/>
      </dsp:nvSpPr>
      <dsp:spPr>
        <a:xfrm>
          <a:off x="0" y="2480930"/>
          <a:ext cx="10178321" cy="11033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- Install and launch </a:t>
          </a:r>
        </a:p>
      </dsp:txBody>
      <dsp:txXfrm>
        <a:off x="53859" y="2534789"/>
        <a:ext cx="10070603" cy="9955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9A386-9193-3B4C-A1A1-B4139E9FC5A4}">
      <dsp:nvSpPr>
        <dsp:cNvPr id="0" name=""/>
        <dsp:cNvSpPr/>
      </dsp:nvSpPr>
      <dsp:spPr>
        <a:xfrm>
          <a:off x="0" y="0"/>
          <a:ext cx="59944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5D1F32-4FFD-B442-9409-BDA680A03BC6}">
      <dsp:nvSpPr>
        <dsp:cNvPr id="0" name=""/>
        <dsp:cNvSpPr/>
      </dsp:nvSpPr>
      <dsp:spPr>
        <a:xfrm>
          <a:off x="0" y="0"/>
          <a:ext cx="5994400" cy="13523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create a repository</a:t>
          </a:r>
        </a:p>
      </dsp:txBody>
      <dsp:txXfrm>
        <a:off x="0" y="0"/>
        <a:ext cx="5994400" cy="1352355"/>
      </dsp:txXfrm>
    </dsp:sp>
    <dsp:sp modelId="{835D1591-AF74-184C-AE9A-D9E07C2468AD}">
      <dsp:nvSpPr>
        <dsp:cNvPr id="0" name=""/>
        <dsp:cNvSpPr/>
      </dsp:nvSpPr>
      <dsp:spPr>
        <a:xfrm>
          <a:off x="0" y="1352355"/>
          <a:ext cx="5994400" cy="0"/>
        </a:xfrm>
        <a:prstGeom prst="line">
          <a:avLst/>
        </a:prstGeom>
        <a:solidFill>
          <a:schemeClr val="accent2">
            <a:hueOff val="2079554"/>
            <a:satOff val="11835"/>
            <a:lumOff val="3660"/>
            <a:alphaOff val="0"/>
          </a:schemeClr>
        </a:solidFill>
        <a:ln w="12700" cap="flat" cmpd="sng" algn="in">
          <a:solidFill>
            <a:schemeClr val="accent2">
              <a:hueOff val="2079554"/>
              <a:satOff val="11835"/>
              <a:lumOff val="366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D5F8E9-6B64-4946-A9FC-15E84D596433}">
      <dsp:nvSpPr>
        <dsp:cNvPr id="0" name=""/>
        <dsp:cNvSpPr/>
      </dsp:nvSpPr>
      <dsp:spPr>
        <a:xfrm>
          <a:off x="0" y="1352355"/>
          <a:ext cx="5994400" cy="13523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make changes to files</a:t>
          </a:r>
        </a:p>
      </dsp:txBody>
      <dsp:txXfrm>
        <a:off x="0" y="1352355"/>
        <a:ext cx="5994400" cy="1352355"/>
      </dsp:txXfrm>
    </dsp:sp>
    <dsp:sp modelId="{DEA96D96-EA05-2B43-BC62-9D45EE011B2F}">
      <dsp:nvSpPr>
        <dsp:cNvPr id="0" name=""/>
        <dsp:cNvSpPr/>
      </dsp:nvSpPr>
      <dsp:spPr>
        <a:xfrm>
          <a:off x="0" y="2704710"/>
          <a:ext cx="5994400" cy="0"/>
        </a:xfrm>
        <a:prstGeom prst="line">
          <a:avLst/>
        </a:prstGeom>
        <a:solidFill>
          <a:schemeClr val="accent2">
            <a:hueOff val="4159107"/>
            <a:satOff val="23669"/>
            <a:lumOff val="7320"/>
            <a:alphaOff val="0"/>
          </a:schemeClr>
        </a:solidFill>
        <a:ln w="12700" cap="flat" cmpd="sng" algn="in">
          <a:solidFill>
            <a:schemeClr val="accent2">
              <a:hueOff val="4159107"/>
              <a:satOff val="23669"/>
              <a:lumOff val="73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C87A40-5DCF-6B47-B8DD-6C9A45FDEF4B}">
      <dsp:nvSpPr>
        <dsp:cNvPr id="0" name=""/>
        <dsp:cNvSpPr/>
      </dsp:nvSpPr>
      <dsp:spPr>
        <a:xfrm>
          <a:off x="0" y="2704710"/>
          <a:ext cx="5994400" cy="13523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stage and commit changes </a:t>
          </a:r>
        </a:p>
      </dsp:txBody>
      <dsp:txXfrm>
        <a:off x="0" y="2704710"/>
        <a:ext cx="5994400" cy="1352355"/>
      </dsp:txXfrm>
    </dsp:sp>
    <dsp:sp modelId="{3DA5F109-9D4E-3C48-BCA9-0BBC0AFCEF19}">
      <dsp:nvSpPr>
        <dsp:cNvPr id="0" name=""/>
        <dsp:cNvSpPr/>
      </dsp:nvSpPr>
      <dsp:spPr>
        <a:xfrm>
          <a:off x="0" y="4057065"/>
          <a:ext cx="5994400" cy="0"/>
        </a:xfrm>
        <a:prstGeom prst="line">
          <a:avLst/>
        </a:prstGeom>
        <a:solidFill>
          <a:schemeClr val="accent2">
            <a:hueOff val="6238660"/>
            <a:satOff val="35504"/>
            <a:lumOff val="10980"/>
            <a:alphaOff val="0"/>
          </a:schemeClr>
        </a:solidFill>
        <a:ln w="12700" cap="flat" cmpd="sng" algn="in">
          <a:solidFill>
            <a:schemeClr val="accent2">
              <a:hueOff val="6238660"/>
              <a:satOff val="35504"/>
              <a:lumOff val="109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08A85E-33D4-B44A-99F0-EF07BCE964BA}">
      <dsp:nvSpPr>
        <dsp:cNvPr id="0" name=""/>
        <dsp:cNvSpPr/>
      </dsp:nvSpPr>
      <dsp:spPr>
        <a:xfrm>
          <a:off x="0" y="4057065"/>
          <a:ext cx="5994400" cy="13523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view our Git history</a:t>
          </a:r>
        </a:p>
      </dsp:txBody>
      <dsp:txXfrm>
        <a:off x="0" y="4057065"/>
        <a:ext cx="5994400" cy="13523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6C3E6E-9992-D344-B6F2-63F738CBC4A4}">
      <dsp:nvSpPr>
        <dsp:cNvPr id="0" name=""/>
        <dsp:cNvSpPr/>
      </dsp:nvSpPr>
      <dsp:spPr>
        <a:xfrm>
          <a:off x="0" y="1754"/>
          <a:ext cx="1017905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0D1F77-2241-3848-8A4A-D74AE87365E1}">
      <dsp:nvSpPr>
        <dsp:cNvPr id="0" name=""/>
        <dsp:cNvSpPr/>
      </dsp:nvSpPr>
      <dsp:spPr>
        <a:xfrm>
          <a:off x="0" y="1754"/>
          <a:ext cx="10179050" cy="598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Basic Git Commands:</a:t>
          </a:r>
        </a:p>
      </dsp:txBody>
      <dsp:txXfrm>
        <a:off x="0" y="1754"/>
        <a:ext cx="10179050" cy="598431"/>
      </dsp:txXfrm>
    </dsp:sp>
    <dsp:sp modelId="{E9F044D0-4B7C-3C4D-80EF-0D7D806BBD2A}">
      <dsp:nvSpPr>
        <dsp:cNvPr id="0" name=""/>
        <dsp:cNvSpPr/>
      </dsp:nvSpPr>
      <dsp:spPr>
        <a:xfrm>
          <a:off x="0" y="600186"/>
          <a:ext cx="10179050" cy="0"/>
        </a:xfrm>
        <a:prstGeom prst="line">
          <a:avLst/>
        </a:prstGeom>
        <a:solidFill>
          <a:schemeClr val="accent2">
            <a:hueOff val="1247732"/>
            <a:satOff val="7101"/>
            <a:lumOff val="2196"/>
            <a:alphaOff val="0"/>
          </a:schemeClr>
        </a:solidFill>
        <a:ln w="12700" cap="flat" cmpd="sng" algn="in">
          <a:solidFill>
            <a:schemeClr val="accent2">
              <a:hueOff val="1247732"/>
              <a:satOff val="7101"/>
              <a:lumOff val="21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296F10-A712-A448-A2AA-9241B0A560E2}">
      <dsp:nvSpPr>
        <dsp:cNvPr id="0" name=""/>
        <dsp:cNvSpPr/>
      </dsp:nvSpPr>
      <dsp:spPr>
        <a:xfrm>
          <a:off x="0" y="600186"/>
          <a:ext cx="10179050" cy="598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git init              # Initialize repository</a:t>
          </a:r>
        </a:p>
      </dsp:txBody>
      <dsp:txXfrm>
        <a:off x="0" y="600186"/>
        <a:ext cx="10179050" cy="598431"/>
      </dsp:txXfrm>
    </dsp:sp>
    <dsp:sp modelId="{146C726C-9277-054D-99D5-1CF6A359592F}">
      <dsp:nvSpPr>
        <dsp:cNvPr id="0" name=""/>
        <dsp:cNvSpPr/>
      </dsp:nvSpPr>
      <dsp:spPr>
        <a:xfrm>
          <a:off x="0" y="1198618"/>
          <a:ext cx="10179050" cy="0"/>
        </a:xfrm>
        <a:prstGeom prst="line">
          <a:avLst/>
        </a:prstGeom>
        <a:solidFill>
          <a:schemeClr val="accent2">
            <a:hueOff val="2495464"/>
            <a:satOff val="14202"/>
            <a:lumOff val="4392"/>
            <a:alphaOff val="0"/>
          </a:schemeClr>
        </a:solidFill>
        <a:ln w="12700" cap="flat" cmpd="sng" algn="in">
          <a:solidFill>
            <a:schemeClr val="accent2">
              <a:hueOff val="2495464"/>
              <a:satOff val="14202"/>
              <a:lumOff val="4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80733B-48BA-404B-85F2-535710683500}">
      <dsp:nvSpPr>
        <dsp:cNvPr id="0" name=""/>
        <dsp:cNvSpPr/>
      </dsp:nvSpPr>
      <dsp:spPr>
        <a:xfrm>
          <a:off x="0" y="1198618"/>
          <a:ext cx="10179050" cy="598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git status            # Check status</a:t>
          </a:r>
        </a:p>
      </dsp:txBody>
      <dsp:txXfrm>
        <a:off x="0" y="1198618"/>
        <a:ext cx="10179050" cy="598431"/>
      </dsp:txXfrm>
    </dsp:sp>
    <dsp:sp modelId="{8B375FF2-9269-D847-845D-24BF4C2368D8}">
      <dsp:nvSpPr>
        <dsp:cNvPr id="0" name=""/>
        <dsp:cNvSpPr/>
      </dsp:nvSpPr>
      <dsp:spPr>
        <a:xfrm>
          <a:off x="0" y="1797050"/>
          <a:ext cx="10179050" cy="0"/>
        </a:xfrm>
        <a:prstGeom prst="line">
          <a:avLst/>
        </a:prstGeom>
        <a:solidFill>
          <a:schemeClr val="accent2">
            <a:hueOff val="3743196"/>
            <a:satOff val="21302"/>
            <a:lumOff val="6588"/>
            <a:alphaOff val="0"/>
          </a:schemeClr>
        </a:solidFill>
        <a:ln w="12700" cap="flat" cmpd="sng" algn="in">
          <a:solidFill>
            <a:schemeClr val="accent2">
              <a:hueOff val="3743196"/>
              <a:satOff val="21302"/>
              <a:lumOff val="6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EAE20C-61E8-AB40-A7AC-50A630B72990}">
      <dsp:nvSpPr>
        <dsp:cNvPr id="0" name=""/>
        <dsp:cNvSpPr/>
      </dsp:nvSpPr>
      <dsp:spPr>
        <a:xfrm>
          <a:off x="0" y="1797050"/>
          <a:ext cx="10179050" cy="598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git add &lt;file&gt;        # Stage files</a:t>
          </a:r>
        </a:p>
      </dsp:txBody>
      <dsp:txXfrm>
        <a:off x="0" y="1797050"/>
        <a:ext cx="10179050" cy="598431"/>
      </dsp:txXfrm>
    </dsp:sp>
    <dsp:sp modelId="{21D0D164-7EF4-C442-90D7-4651AB9DCFCA}">
      <dsp:nvSpPr>
        <dsp:cNvPr id="0" name=""/>
        <dsp:cNvSpPr/>
      </dsp:nvSpPr>
      <dsp:spPr>
        <a:xfrm>
          <a:off x="0" y="2395481"/>
          <a:ext cx="10179050" cy="0"/>
        </a:xfrm>
        <a:prstGeom prst="line">
          <a:avLst/>
        </a:prstGeom>
        <a:solidFill>
          <a:schemeClr val="accent2">
            <a:hueOff val="4990928"/>
            <a:satOff val="28403"/>
            <a:lumOff val="8784"/>
            <a:alphaOff val="0"/>
          </a:schemeClr>
        </a:solidFill>
        <a:ln w="12700" cap="flat" cmpd="sng" algn="in">
          <a:solidFill>
            <a:schemeClr val="accent2">
              <a:hueOff val="4990928"/>
              <a:satOff val="28403"/>
              <a:lumOff val="8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313633-1118-B642-B7AD-4B76B90CD26F}">
      <dsp:nvSpPr>
        <dsp:cNvPr id="0" name=""/>
        <dsp:cNvSpPr/>
      </dsp:nvSpPr>
      <dsp:spPr>
        <a:xfrm>
          <a:off x="0" y="2395481"/>
          <a:ext cx="10179050" cy="598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git commit -m "msg"   # Commit changes</a:t>
          </a:r>
        </a:p>
      </dsp:txBody>
      <dsp:txXfrm>
        <a:off x="0" y="2395481"/>
        <a:ext cx="10179050" cy="598431"/>
      </dsp:txXfrm>
    </dsp:sp>
    <dsp:sp modelId="{4839997C-18DA-AF4E-A8D4-572D3C8794A2}">
      <dsp:nvSpPr>
        <dsp:cNvPr id="0" name=""/>
        <dsp:cNvSpPr/>
      </dsp:nvSpPr>
      <dsp:spPr>
        <a:xfrm>
          <a:off x="0" y="2993913"/>
          <a:ext cx="10179050" cy="0"/>
        </a:xfrm>
        <a:prstGeom prst="line">
          <a:avLst/>
        </a:prstGeom>
        <a:solidFill>
          <a:schemeClr val="accent2">
            <a:hueOff val="6238660"/>
            <a:satOff val="35504"/>
            <a:lumOff val="10980"/>
            <a:alphaOff val="0"/>
          </a:schemeClr>
        </a:solidFill>
        <a:ln w="12700" cap="flat" cmpd="sng" algn="in">
          <a:solidFill>
            <a:schemeClr val="accent2">
              <a:hueOff val="6238660"/>
              <a:satOff val="35504"/>
              <a:lumOff val="109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27B300-834E-4345-9228-752E05549F7E}">
      <dsp:nvSpPr>
        <dsp:cNvPr id="0" name=""/>
        <dsp:cNvSpPr/>
      </dsp:nvSpPr>
      <dsp:spPr>
        <a:xfrm>
          <a:off x="0" y="2993913"/>
          <a:ext cx="10179050" cy="598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git log               # View history</a:t>
          </a:r>
        </a:p>
      </dsp:txBody>
      <dsp:txXfrm>
        <a:off x="0" y="2993913"/>
        <a:ext cx="10179050" cy="5984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94FE21-4AF8-7D4F-985C-22881E15C1B0}">
      <dsp:nvSpPr>
        <dsp:cNvPr id="0" name=""/>
        <dsp:cNvSpPr/>
      </dsp:nvSpPr>
      <dsp:spPr>
        <a:xfrm>
          <a:off x="0" y="40137"/>
          <a:ext cx="10179050" cy="81899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VS Code makes Git visual!</a:t>
          </a:r>
        </a:p>
      </dsp:txBody>
      <dsp:txXfrm>
        <a:off x="39980" y="80117"/>
        <a:ext cx="10099090" cy="739039"/>
      </dsp:txXfrm>
    </dsp:sp>
    <dsp:sp modelId="{815A5F0B-FCBE-A546-94CF-FC0EDED8801D}">
      <dsp:nvSpPr>
        <dsp:cNvPr id="0" name=""/>
        <dsp:cNvSpPr/>
      </dsp:nvSpPr>
      <dsp:spPr>
        <a:xfrm>
          <a:off x="0" y="959937"/>
          <a:ext cx="10179050" cy="81899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Source Control panel: </a:t>
          </a:r>
          <a:endParaRPr lang="en-US" sz="3500" kern="1200"/>
        </a:p>
      </dsp:txBody>
      <dsp:txXfrm>
        <a:off x="39980" y="999917"/>
        <a:ext cx="10099090" cy="739039"/>
      </dsp:txXfrm>
    </dsp:sp>
    <dsp:sp modelId="{79D7FE4E-E8B0-434C-85C9-03471DF08912}">
      <dsp:nvSpPr>
        <dsp:cNvPr id="0" name=""/>
        <dsp:cNvSpPr/>
      </dsp:nvSpPr>
      <dsp:spPr>
        <a:xfrm>
          <a:off x="0" y="1778937"/>
          <a:ext cx="10179050" cy="1775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185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/>
            <a:t>see modified files at a glace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/>
            <a:t>stage changes with one click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/>
            <a:t>write commit message in the user interface (UI)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kern="1200"/>
            <a:t>view Git history with extensions</a:t>
          </a:r>
          <a:endParaRPr lang="en-US" sz="2700" kern="1200"/>
        </a:p>
      </dsp:txBody>
      <dsp:txXfrm>
        <a:off x="0" y="1778937"/>
        <a:ext cx="10179050" cy="17750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15B174-1E03-B34E-B1C9-04B817108436}">
      <dsp:nvSpPr>
        <dsp:cNvPr id="0" name=""/>
        <dsp:cNvSpPr/>
      </dsp:nvSpPr>
      <dsp:spPr>
        <a:xfrm>
          <a:off x="0" y="66095"/>
          <a:ext cx="10178321" cy="57563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Do</a:t>
          </a:r>
        </a:p>
      </dsp:txBody>
      <dsp:txXfrm>
        <a:off x="28100" y="94195"/>
        <a:ext cx="10122121" cy="519439"/>
      </dsp:txXfrm>
    </dsp:sp>
    <dsp:sp modelId="{6BDB78C3-F6E4-C844-98C7-EAC89AC13589}">
      <dsp:nvSpPr>
        <dsp:cNvPr id="0" name=""/>
        <dsp:cNvSpPr/>
      </dsp:nvSpPr>
      <dsp:spPr>
        <a:xfrm>
          <a:off x="0" y="641735"/>
          <a:ext cx="10178321" cy="1316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16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commit often with descriptive message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use branches for new features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pull before you push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review changes before committing</a:t>
          </a:r>
        </a:p>
      </dsp:txBody>
      <dsp:txXfrm>
        <a:off x="0" y="641735"/>
        <a:ext cx="10178321" cy="1316520"/>
      </dsp:txXfrm>
    </dsp:sp>
    <dsp:sp modelId="{E69D7434-A39D-8942-B22B-0B8AE6213927}">
      <dsp:nvSpPr>
        <dsp:cNvPr id="0" name=""/>
        <dsp:cNvSpPr/>
      </dsp:nvSpPr>
      <dsp:spPr>
        <a:xfrm>
          <a:off x="0" y="1958255"/>
          <a:ext cx="10178321" cy="57563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Don’t </a:t>
          </a:r>
        </a:p>
      </dsp:txBody>
      <dsp:txXfrm>
        <a:off x="28100" y="1986355"/>
        <a:ext cx="10122121" cy="519439"/>
      </dsp:txXfrm>
    </dsp:sp>
    <dsp:sp modelId="{AE11B2A7-4B47-BC4D-9FE9-ACDA2BF06401}">
      <dsp:nvSpPr>
        <dsp:cNvPr id="0" name=""/>
        <dsp:cNvSpPr/>
      </dsp:nvSpPr>
      <dsp:spPr>
        <a:xfrm>
          <a:off x="0" y="2533895"/>
          <a:ext cx="10178321" cy="993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16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commit sensitive information (passwords, keys, tokens)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use vague commit message like “fixed stuff” or “wishing for the best”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work directly on main for big changes</a:t>
          </a:r>
        </a:p>
      </dsp:txBody>
      <dsp:txXfrm>
        <a:off x="0" y="2533895"/>
        <a:ext cx="10178321" cy="9936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9E875C-750C-374A-9488-646C1AB459FA}">
      <dsp:nvSpPr>
        <dsp:cNvPr id="0" name=""/>
        <dsp:cNvSpPr/>
      </dsp:nvSpPr>
      <dsp:spPr>
        <a:xfrm>
          <a:off x="0" y="438"/>
          <a:ext cx="101783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69E29-2160-C949-A8A7-F1D48B3E0700}">
      <dsp:nvSpPr>
        <dsp:cNvPr id="0" name=""/>
        <dsp:cNvSpPr/>
      </dsp:nvSpPr>
      <dsp:spPr>
        <a:xfrm>
          <a:off x="0" y="438"/>
          <a:ext cx="10178321" cy="513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Questions?</a:t>
          </a:r>
        </a:p>
      </dsp:txBody>
      <dsp:txXfrm>
        <a:off x="0" y="438"/>
        <a:ext cx="10178321" cy="513244"/>
      </dsp:txXfrm>
    </dsp:sp>
    <dsp:sp modelId="{52C74597-3323-ED47-BE1A-880D3492C29B}">
      <dsp:nvSpPr>
        <dsp:cNvPr id="0" name=""/>
        <dsp:cNvSpPr/>
      </dsp:nvSpPr>
      <dsp:spPr>
        <a:xfrm>
          <a:off x="0" y="513683"/>
          <a:ext cx="101783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1753A3-9B20-A945-B56C-6BF71D4AC9F2}">
      <dsp:nvSpPr>
        <dsp:cNvPr id="0" name=""/>
        <dsp:cNvSpPr/>
      </dsp:nvSpPr>
      <dsp:spPr>
        <a:xfrm>
          <a:off x="0" y="513683"/>
          <a:ext cx="10178321" cy="513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Continue Learning:</a:t>
          </a:r>
        </a:p>
      </dsp:txBody>
      <dsp:txXfrm>
        <a:off x="0" y="513683"/>
        <a:ext cx="10178321" cy="513244"/>
      </dsp:txXfrm>
    </dsp:sp>
    <dsp:sp modelId="{CA760232-D448-3F4E-9608-D461C08C35F2}">
      <dsp:nvSpPr>
        <dsp:cNvPr id="0" name=""/>
        <dsp:cNvSpPr/>
      </dsp:nvSpPr>
      <dsp:spPr>
        <a:xfrm>
          <a:off x="0" y="1026928"/>
          <a:ext cx="101783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FF43DF-9645-024C-809B-6E64FD77F6FF}">
      <dsp:nvSpPr>
        <dsp:cNvPr id="0" name=""/>
        <dsp:cNvSpPr/>
      </dsp:nvSpPr>
      <dsp:spPr>
        <a:xfrm>
          <a:off x="0" y="1026928"/>
          <a:ext cx="10178321" cy="513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Practice with your own projects</a:t>
          </a:r>
        </a:p>
      </dsp:txBody>
      <dsp:txXfrm>
        <a:off x="0" y="1026928"/>
        <a:ext cx="10178321" cy="513244"/>
      </dsp:txXfrm>
    </dsp:sp>
    <dsp:sp modelId="{E7736577-9205-254A-A5A7-0D5CF48D14DC}">
      <dsp:nvSpPr>
        <dsp:cNvPr id="0" name=""/>
        <dsp:cNvSpPr/>
      </dsp:nvSpPr>
      <dsp:spPr>
        <a:xfrm>
          <a:off x="0" y="1540173"/>
          <a:ext cx="101783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77587E-DFB6-2D4B-BD1E-032A3DEB4186}">
      <dsp:nvSpPr>
        <dsp:cNvPr id="0" name=""/>
        <dsp:cNvSpPr/>
      </dsp:nvSpPr>
      <dsp:spPr>
        <a:xfrm>
          <a:off x="0" y="1540173"/>
          <a:ext cx="10178321" cy="513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Explore GitHub for collaboration</a:t>
          </a:r>
        </a:p>
      </dsp:txBody>
      <dsp:txXfrm>
        <a:off x="0" y="1540173"/>
        <a:ext cx="10178321" cy="513244"/>
      </dsp:txXfrm>
    </dsp:sp>
    <dsp:sp modelId="{6D9CFFC6-1F8F-A340-9930-EFF1E5466FD9}">
      <dsp:nvSpPr>
        <dsp:cNvPr id="0" name=""/>
        <dsp:cNvSpPr/>
      </dsp:nvSpPr>
      <dsp:spPr>
        <a:xfrm>
          <a:off x="0" y="2053417"/>
          <a:ext cx="101783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C60AEB-9E6C-6B42-8314-E47FB3072838}">
      <dsp:nvSpPr>
        <dsp:cNvPr id="0" name=""/>
        <dsp:cNvSpPr/>
      </dsp:nvSpPr>
      <dsp:spPr>
        <a:xfrm>
          <a:off x="0" y="2053417"/>
          <a:ext cx="10178321" cy="513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Try branching and merging</a:t>
          </a:r>
        </a:p>
      </dsp:txBody>
      <dsp:txXfrm>
        <a:off x="0" y="2053417"/>
        <a:ext cx="10178321" cy="513244"/>
      </dsp:txXfrm>
    </dsp:sp>
    <dsp:sp modelId="{0600564B-86C0-8843-8100-B6D1AEC802AF}">
      <dsp:nvSpPr>
        <dsp:cNvPr id="0" name=""/>
        <dsp:cNvSpPr/>
      </dsp:nvSpPr>
      <dsp:spPr>
        <a:xfrm>
          <a:off x="0" y="2566662"/>
          <a:ext cx="101783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B69A42-C59A-C646-AC4E-E0031810B701}">
      <dsp:nvSpPr>
        <dsp:cNvPr id="0" name=""/>
        <dsp:cNvSpPr/>
      </dsp:nvSpPr>
      <dsp:spPr>
        <a:xfrm>
          <a:off x="0" y="2566662"/>
          <a:ext cx="10178321" cy="513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Join coding communities</a:t>
          </a:r>
        </a:p>
      </dsp:txBody>
      <dsp:txXfrm>
        <a:off x="0" y="2566662"/>
        <a:ext cx="10178321" cy="513244"/>
      </dsp:txXfrm>
    </dsp:sp>
    <dsp:sp modelId="{F45B9616-9DC0-714F-A360-2F8AA78FD938}">
      <dsp:nvSpPr>
        <dsp:cNvPr id="0" name=""/>
        <dsp:cNvSpPr/>
      </dsp:nvSpPr>
      <dsp:spPr>
        <a:xfrm>
          <a:off x="0" y="3079907"/>
          <a:ext cx="101783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53F8DA-78F6-F645-BBF8-E5298E483309}">
      <dsp:nvSpPr>
        <dsp:cNvPr id="0" name=""/>
        <dsp:cNvSpPr/>
      </dsp:nvSpPr>
      <dsp:spPr>
        <a:xfrm>
          <a:off x="0" y="3079907"/>
          <a:ext cx="10178321" cy="513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Thank you for attending! </a:t>
          </a:r>
        </a:p>
      </dsp:txBody>
      <dsp:txXfrm>
        <a:off x="0" y="3079907"/>
        <a:ext cx="10178321" cy="5132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63CF58-FE87-FC49-AA23-EAA916D7ED8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A29E8-FB2A-1847-8EFE-04FDEAB10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89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A29E8-FB2A-1847-8EFE-04FDEAB101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326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A29E8-FB2A-1847-8EFE-04FDEAB1014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507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A29E8-FB2A-1847-8EFE-04FDEAB1014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90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tsa.primo.exlibrisgroup.com/permalink/01UTXSANT_INST/k74a8h/alma9939412878204621" TargetMode="External"/><Relationship Id="rId5" Type="http://schemas.openxmlformats.org/officeDocument/2006/relationships/hyperlink" Target="https://git-scm.com/cheat-sheet" TargetMode="External"/><Relationship Id="rId4" Type="http://schemas.openxmlformats.org/officeDocument/2006/relationships/hyperlink" Target="https://git-scm.com/book/en/v2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cedish@utsa.edu" TargetMode="External"/><Relationship Id="rId2" Type="http://schemas.openxmlformats.org/officeDocument/2006/relationships/hyperlink" Target="mailto:diane.lopez2@utsa.edu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mailto:Cedish@utsa.edu" TargetMode="External"/><Relationship Id="rId2" Type="http://schemas.openxmlformats.org/officeDocument/2006/relationships/hyperlink" Target="mailto:diane.lopez@utsa.edu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8AD482-27A4-454E-8A3A-84F73CBDA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2422E2-F15A-43AE-98F1-7210710B0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034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32B9B6-E888-54D0-8F0B-7517F5F4F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1078378"/>
            <a:ext cx="2917551" cy="4701244"/>
          </a:xfrm>
        </p:spPr>
        <p:txBody>
          <a:bodyPr anchor="ctr">
            <a:normAutofit/>
          </a:bodyPr>
          <a:lstStyle/>
          <a:p>
            <a:r>
              <a:rPr lang="en-US" sz="3600"/>
              <a:t>Welcome &amp; Workshop Overview</a:t>
            </a:r>
          </a:p>
        </p:txBody>
      </p:sp>
      <p:sp>
        <p:nvSpPr>
          <p:cNvPr id="24" name="Freeform 6">
            <a:extLst>
              <a:ext uri="{FF2B5EF4-FFF2-40B4-BE49-F238E27FC236}">
                <a16:creationId xmlns:a16="http://schemas.microsoft.com/office/drawing/2014/main" id="{BDC8164B-5FC0-4CBD-B7AE-0CB8780FF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7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AC23E48-2130-517C-9FA1-E5DD8E8F0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7062" y="1078378"/>
            <a:ext cx="6262938" cy="470124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/>
              <a:t>What we learn today:</a:t>
            </a:r>
          </a:p>
          <a:p>
            <a:pPr>
              <a:buFontTx/>
              <a:buChar char="-"/>
            </a:pPr>
            <a:r>
              <a:rPr lang="en-US"/>
              <a:t>Set up Git and VS Code</a:t>
            </a:r>
          </a:p>
          <a:p>
            <a:pPr>
              <a:buFontTx/>
              <a:buChar char="-"/>
            </a:pPr>
            <a:r>
              <a:rPr lang="en-US"/>
              <a:t>Track and manage code with version control</a:t>
            </a:r>
          </a:p>
          <a:p>
            <a:pPr>
              <a:buFontTx/>
              <a:buChar char="-"/>
            </a:pPr>
            <a:r>
              <a:rPr lang="en-US"/>
              <a:t>Back up your project</a:t>
            </a:r>
          </a:p>
          <a:p>
            <a:pPr>
              <a:buFontTx/>
              <a:buChar char="-"/>
            </a:pPr>
            <a:r>
              <a:rPr lang="en-US"/>
              <a:t>Share code with others </a:t>
            </a:r>
          </a:p>
          <a:p>
            <a:pPr>
              <a:buFontTx/>
              <a:buChar char="-"/>
            </a:pPr>
            <a:endParaRPr lang="en-US"/>
          </a:p>
          <a:p>
            <a:pPr marL="0" indent="0">
              <a:buNone/>
            </a:pPr>
            <a:r>
              <a:rPr lang="en-US"/>
              <a:t>No prior experience necessary!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Workshop materials are available at: </a:t>
            </a:r>
            <a:r>
              <a:rPr lang="en-US" b="1"/>
              <a:t>https://</a:t>
            </a:r>
            <a:r>
              <a:rPr lang="en-US" b="1" err="1"/>
              <a:t>github.com</a:t>
            </a:r>
            <a:r>
              <a:rPr lang="en-US" b="1"/>
              <a:t>/dianita956/git_vscode_wrkshp26</a:t>
            </a:r>
          </a:p>
        </p:txBody>
      </p:sp>
    </p:spTree>
    <p:extLst>
      <p:ext uri="{BB962C8B-B14F-4D97-AF65-F5344CB8AC3E}">
        <p14:creationId xmlns:p14="http://schemas.microsoft.com/office/powerpoint/2010/main" val="400824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E20D8-2C97-1388-0139-DE6714B4A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>
            <a:normAutofit/>
          </a:bodyPr>
          <a:lstStyle/>
          <a:p>
            <a:r>
              <a:rPr lang="en-US" sz="4400"/>
              <a:t>What is Git?</a:t>
            </a:r>
            <a:br>
              <a:rPr lang="en-US" sz="4400"/>
            </a:br>
            <a:endParaRPr lang="en-US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5FB81-1496-C7C4-7D48-94E9EE433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4363595" cy="3593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Git = A version control system that:</a:t>
            </a:r>
          </a:p>
          <a:p>
            <a:pPr>
              <a:buFontTx/>
              <a:buChar char="-"/>
            </a:pPr>
            <a:r>
              <a:rPr lang="en-US">
                <a:solidFill>
                  <a:schemeClr val="tx1"/>
                </a:solidFill>
              </a:rPr>
              <a:t>Tracks changes to your files over time</a:t>
            </a:r>
          </a:p>
          <a:p>
            <a:pPr>
              <a:buFontTx/>
              <a:buChar char="-"/>
            </a:pPr>
            <a:r>
              <a:rPr lang="en-US">
                <a:solidFill>
                  <a:schemeClr val="tx1"/>
                </a:solidFill>
              </a:rPr>
              <a:t>Lets you experiment safely</a:t>
            </a:r>
          </a:p>
          <a:p>
            <a:pPr>
              <a:buFontTx/>
              <a:buChar char="-"/>
            </a:pPr>
            <a:r>
              <a:rPr lang="en-US">
                <a:solidFill>
                  <a:schemeClr val="tx1"/>
                </a:solidFill>
              </a:rPr>
              <a:t>Helps you collaborate with others</a:t>
            </a:r>
          </a:p>
          <a:p>
            <a:pPr>
              <a:buFontTx/>
              <a:buChar char="-"/>
            </a:pPr>
            <a:r>
              <a:rPr lang="en-US">
                <a:solidFill>
                  <a:schemeClr val="tx1"/>
                </a:solidFill>
              </a:rPr>
              <a:t>Keeps a history of all your work</a:t>
            </a:r>
          </a:p>
          <a:p>
            <a:pPr>
              <a:buFontTx/>
              <a:buChar char="-"/>
            </a:pP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Think of it as “Track Changes” for code!</a:t>
            </a:r>
          </a:p>
        </p:txBody>
      </p:sp>
      <p:pic>
        <p:nvPicPr>
          <p:cNvPr id="4" name="Picture 4" descr="Working tree, staging area, and Git directory">
            <a:extLst>
              <a:ext uri="{FF2B5EF4-FFF2-40B4-BE49-F238E27FC236}">
                <a16:creationId xmlns:a16="http://schemas.microsoft.com/office/drawing/2014/main" id="{71BD21EE-6F87-25F3-0A80-60689FD87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8193" y="2018525"/>
            <a:ext cx="5176744" cy="2847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397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1B6790-81A3-DEBA-A43A-6B594463D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22FC7-FA71-11A4-6591-07616D365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>
            <a:normAutofit/>
          </a:bodyPr>
          <a:lstStyle/>
          <a:p>
            <a:r>
              <a:rPr lang="en-US"/>
              <a:t>What’s is VS Code?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3897156-7918-629B-F7AE-52797854C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5984274" cy="3593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chemeClr val="tx1"/>
                </a:solidFill>
              </a:rPr>
              <a:t>Visual Studio Code </a:t>
            </a:r>
            <a:r>
              <a:rPr lang="en-US">
                <a:solidFill>
                  <a:schemeClr val="tx1"/>
                </a:solidFill>
              </a:rPr>
              <a:t>= A powerful code editor with:</a:t>
            </a: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- Built-in Git support</a:t>
            </a: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- Syntax highlighting</a:t>
            </a: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- Extensions and customization</a:t>
            </a: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- Integrated terminal</a:t>
            </a: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- Cross-platform (Windows, Mac, Linux)</a:t>
            </a:r>
          </a:p>
        </p:txBody>
      </p:sp>
      <p:pic>
        <p:nvPicPr>
          <p:cNvPr id="7" name="Graphic 6" descr="Web Design">
            <a:extLst>
              <a:ext uri="{FF2B5EF4-FFF2-40B4-BE49-F238E27FC236}">
                <a16:creationId xmlns:a16="http://schemas.microsoft.com/office/drawing/2014/main" id="{7FA1669E-5E85-E2E8-EE35-AC8C803CA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7533" y="2286001"/>
            <a:ext cx="3619499" cy="361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56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0A7D14-7B67-4022-A8BE-1CCD4A0F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113D0-8CFB-52F1-C628-714F4DFB9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 anchor="ctr">
            <a:normAutofit/>
          </a:bodyPr>
          <a:lstStyle/>
          <a:p>
            <a:r>
              <a:rPr lang="en-US"/>
              <a:t>Key Terms- Directories and Folders</a:t>
            </a:r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AB09A9E8-BF27-4613-A775-071F08208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AFE299-6F79-44AF-9A77-2DC2DC1F8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0F0A1F87-833E-1D1E-1047-76221789F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2121899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133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9DBA3C2-C92B-4CEB-868F-52A62295B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622F7C-8C7C-C2AB-4458-40275870A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6" y="382385"/>
            <a:ext cx="10668004" cy="11132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700"/>
              <a:t>The three sections of Git Workflow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CB65D6-35BD-0EAB-7FF3-695A7422965A}"/>
              </a:ext>
            </a:extLst>
          </p:cNvPr>
          <p:cNvSpPr txBox="1"/>
          <p:nvPr/>
        </p:nvSpPr>
        <p:spPr>
          <a:xfrm>
            <a:off x="761996" y="1785257"/>
            <a:ext cx="10668004" cy="3440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14300"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1. Working Directory</a:t>
            </a:r>
          </a:p>
          <a:p>
            <a:pPr marL="742950" lvl="1"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Tx/>
              <a:buChar char="-"/>
            </a:pP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where you edit files</a:t>
            </a:r>
          </a:p>
          <a:p>
            <a:pPr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2. Staging Area</a:t>
            </a:r>
          </a:p>
          <a:p>
            <a:pPr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	- where you prepare changes </a:t>
            </a:r>
          </a:p>
          <a:p>
            <a:pPr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3.  .git directory </a:t>
            </a:r>
          </a:p>
          <a:p>
            <a:pPr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	- where commits are stored </a:t>
            </a:r>
          </a:p>
          <a:p>
            <a:pPr marL="342900"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AutoNum type="arabicPeriod"/>
            </a:pPr>
            <a:endParaRPr lang="en-US" sz="2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A5C11C9-65D2-491A-A266-6ADBD2CB4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006736"/>
            <a:ext cx="12191998" cy="851265"/>
          </a:xfrm>
          <a:custGeom>
            <a:avLst/>
            <a:gdLst>
              <a:gd name="connsiteX0" fmla="*/ 619389 w 12191998"/>
              <a:gd name="connsiteY0" fmla="*/ 0 h 851265"/>
              <a:gd name="connsiteX1" fmla="*/ 687652 w 12191998"/>
              <a:gd name="connsiteY1" fmla="*/ 3175 h 851265"/>
              <a:gd name="connsiteX2" fmla="*/ 747977 w 12191998"/>
              <a:gd name="connsiteY2" fmla="*/ 9525 h 851265"/>
              <a:gd name="connsiteX3" fmla="*/ 800364 w 12191998"/>
              <a:gd name="connsiteY3" fmla="*/ 20637 h 851265"/>
              <a:gd name="connsiteX4" fmla="*/ 846402 w 12191998"/>
              <a:gd name="connsiteY4" fmla="*/ 36512 h 851265"/>
              <a:gd name="connsiteX5" fmla="*/ 887677 w 12191998"/>
              <a:gd name="connsiteY5" fmla="*/ 52387 h 851265"/>
              <a:gd name="connsiteX6" fmla="*/ 924189 w 12191998"/>
              <a:gd name="connsiteY6" fmla="*/ 68262 h 851265"/>
              <a:gd name="connsiteX7" fmla="*/ 962289 w 12191998"/>
              <a:gd name="connsiteY7" fmla="*/ 87312 h 851265"/>
              <a:gd name="connsiteX8" fmla="*/ 1000389 w 12191998"/>
              <a:gd name="connsiteY8" fmla="*/ 106362 h 851265"/>
              <a:gd name="connsiteX9" fmla="*/ 1036902 w 12191998"/>
              <a:gd name="connsiteY9" fmla="*/ 125412 h 851265"/>
              <a:gd name="connsiteX10" fmla="*/ 1078177 w 12191998"/>
              <a:gd name="connsiteY10" fmla="*/ 141287 h 851265"/>
              <a:gd name="connsiteX11" fmla="*/ 1124214 w 12191998"/>
              <a:gd name="connsiteY11" fmla="*/ 155575 h 851265"/>
              <a:gd name="connsiteX12" fmla="*/ 1176602 w 12191998"/>
              <a:gd name="connsiteY12" fmla="*/ 166687 h 851265"/>
              <a:gd name="connsiteX13" fmla="*/ 1236927 w 12191998"/>
              <a:gd name="connsiteY13" fmla="*/ 174625 h 851265"/>
              <a:gd name="connsiteX14" fmla="*/ 1305189 w 12191998"/>
              <a:gd name="connsiteY14" fmla="*/ 176212 h 851265"/>
              <a:gd name="connsiteX15" fmla="*/ 1373452 w 12191998"/>
              <a:gd name="connsiteY15" fmla="*/ 174625 h 851265"/>
              <a:gd name="connsiteX16" fmla="*/ 1433777 w 12191998"/>
              <a:gd name="connsiteY16" fmla="*/ 166687 h 851265"/>
              <a:gd name="connsiteX17" fmla="*/ 1486164 w 12191998"/>
              <a:gd name="connsiteY17" fmla="*/ 155575 h 851265"/>
              <a:gd name="connsiteX18" fmla="*/ 1532202 w 12191998"/>
              <a:gd name="connsiteY18" fmla="*/ 141287 h 851265"/>
              <a:gd name="connsiteX19" fmla="*/ 1573477 w 12191998"/>
              <a:gd name="connsiteY19" fmla="*/ 125412 h 851265"/>
              <a:gd name="connsiteX20" fmla="*/ 1609989 w 12191998"/>
              <a:gd name="connsiteY20" fmla="*/ 106362 h 851265"/>
              <a:gd name="connsiteX21" fmla="*/ 1648089 w 12191998"/>
              <a:gd name="connsiteY21" fmla="*/ 87312 h 851265"/>
              <a:gd name="connsiteX22" fmla="*/ 1686189 w 12191998"/>
              <a:gd name="connsiteY22" fmla="*/ 68262 h 851265"/>
              <a:gd name="connsiteX23" fmla="*/ 1722702 w 12191998"/>
              <a:gd name="connsiteY23" fmla="*/ 52387 h 851265"/>
              <a:gd name="connsiteX24" fmla="*/ 1763977 w 12191998"/>
              <a:gd name="connsiteY24" fmla="*/ 36512 h 851265"/>
              <a:gd name="connsiteX25" fmla="*/ 1810014 w 12191998"/>
              <a:gd name="connsiteY25" fmla="*/ 20637 h 851265"/>
              <a:gd name="connsiteX26" fmla="*/ 1862402 w 12191998"/>
              <a:gd name="connsiteY26" fmla="*/ 9525 h 851265"/>
              <a:gd name="connsiteX27" fmla="*/ 1922727 w 12191998"/>
              <a:gd name="connsiteY27" fmla="*/ 3175 h 851265"/>
              <a:gd name="connsiteX28" fmla="*/ 1990989 w 12191998"/>
              <a:gd name="connsiteY28" fmla="*/ 0 h 851265"/>
              <a:gd name="connsiteX29" fmla="*/ 2059252 w 12191998"/>
              <a:gd name="connsiteY29" fmla="*/ 3175 h 851265"/>
              <a:gd name="connsiteX30" fmla="*/ 2119577 w 12191998"/>
              <a:gd name="connsiteY30" fmla="*/ 9525 h 851265"/>
              <a:gd name="connsiteX31" fmla="*/ 2171964 w 12191998"/>
              <a:gd name="connsiteY31" fmla="*/ 20637 h 851265"/>
              <a:gd name="connsiteX32" fmla="*/ 2218002 w 12191998"/>
              <a:gd name="connsiteY32" fmla="*/ 36512 h 851265"/>
              <a:gd name="connsiteX33" fmla="*/ 2259277 w 12191998"/>
              <a:gd name="connsiteY33" fmla="*/ 52387 h 851265"/>
              <a:gd name="connsiteX34" fmla="*/ 2295789 w 12191998"/>
              <a:gd name="connsiteY34" fmla="*/ 68262 h 851265"/>
              <a:gd name="connsiteX35" fmla="*/ 2333889 w 12191998"/>
              <a:gd name="connsiteY35" fmla="*/ 87312 h 851265"/>
              <a:gd name="connsiteX36" fmla="*/ 2371989 w 12191998"/>
              <a:gd name="connsiteY36" fmla="*/ 106362 h 851265"/>
              <a:gd name="connsiteX37" fmla="*/ 2408502 w 12191998"/>
              <a:gd name="connsiteY37" fmla="*/ 125412 h 851265"/>
              <a:gd name="connsiteX38" fmla="*/ 2449777 w 12191998"/>
              <a:gd name="connsiteY38" fmla="*/ 141287 h 851265"/>
              <a:gd name="connsiteX39" fmla="*/ 2495814 w 12191998"/>
              <a:gd name="connsiteY39" fmla="*/ 155575 h 851265"/>
              <a:gd name="connsiteX40" fmla="*/ 2548202 w 12191998"/>
              <a:gd name="connsiteY40" fmla="*/ 166687 h 851265"/>
              <a:gd name="connsiteX41" fmla="*/ 2608527 w 12191998"/>
              <a:gd name="connsiteY41" fmla="*/ 174625 h 851265"/>
              <a:gd name="connsiteX42" fmla="*/ 2676789 w 12191998"/>
              <a:gd name="connsiteY42" fmla="*/ 176212 h 851265"/>
              <a:gd name="connsiteX43" fmla="*/ 2745052 w 12191998"/>
              <a:gd name="connsiteY43" fmla="*/ 174625 h 851265"/>
              <a:gd name="connsiteX44" fmla="*/ 2805377 w 12191998"/>
              <a:gd name="connsiteY44" fmla="*/ 166687 h 851265"/>
              <a:gd name="connsiteX45" fmla="*/ 2857764 w 12191998"/>
              <a:gd name="connsiteY45" fmla="*/ 155575 h 851265"/>
              <a:gd name="connsiteX46" fmla="*/ 2903802 w 12191998"/>
              <a:gd name="connsiteY46" fmla="*/ 141287 h 851265"/>
              <a:gd name="connsiteX47" fmla="*/ 2945077 w 12191998"/>
              <a:gd name="connsiteY47" fmla="*/ 125412 h 851265"/>
              <a:gd name="connsiteX48" fmla="*/ 2981589 w 12191998"/>
              <a:gd name="connsiteY48" fmla="*/ 106362 h 851265"/>
              <a:gd name="connsiteX49" fmla="*/ 3019689 w 12191998"/>
              <a:gd name="connsiteY49" fmla="*/ 87312 h 851265"/>
              <a:gd name="connsiteX50" fmla="*/ 3057789 w 12191998"/>
              <a:gd name="connsiteY50" fmla="*/ 68262 h 851265"/>
              <a:gd name="connsiteX51" fmla="*/ 3094302 w 12191998"/>
              <a:gd name="connsiteY51" fmla="*/ 52387 h 851265"/>
              <a:gd name="connsiteX52" fmla="*/ 3135577 w 12191998"/>
              <a:gd name="connsiteY52" fmla="*/ 36512 h 851265"/>
              <a:gd name="connsiteX53" fmla="*/ 3181614 w 12191998"/>
              <a:gd name="connsiteY53" fmla="*/ 20637 h 851265"/>
              <a:gd name="connsiteX54" fmla="*/ 3234002 w 12191998"/>
              <a:gd name="connsiteY54" fmla="*/ 9525 h 851265"/>
              <a:gd name="connsiteX55" fmla="*/ 3294327 w 12191998"/>
              <a:gd name="connsiteY55" fmla="*/ 3175 h 851265"/>
              <a:gd name="connsiteX56" fmla="*/ 3361002 w 12191998"/>
              <a:gd name="connsiteY56" fmla="*/ 0 h 851265"/>
              <a:gd name="connsiteX57" fmla="*/ 3430852 w 12191998"/>
              <a:gd name="connsiteY57" fmla="*/ 3175 h 851265"/>
              <a:gd name="connsiteX58" fmla="*/ 3491177 w 12191998"/>
              <a:gd name="connsiteY58" fmla="*/ 9525 h 851265"/>
              <a:gd name="connsiteX59" fmla="*/ 3543564 w 12191998"/>
              <a:gd name="connsiteY59" fmla="*/ 20637 h 851265"/>
              <a:gd name="connsiteX60" fmla="*/ 3589602 w 12191998"/>
              <a:gd name="connsiteY60" fmla="*/ 36512 h 851265"/>
              <a:gd name="connsiteX61" fmla="*/ 3630877 w 12191998"/>
              <a:gd name="connsiteY61" fmla="*/ 52387 h 851265"/>
              <a:gd name="connsiteX62" fmla="*/ 3667389 w 12191998"/>
              <a:gd name="connsiteY62" fmla="*/ 68262 h 851265"/>
              <a:gd name="connsiteX63" fmla="*/ 3705489 w 12191998"/>
              <a:gd name="connsiteY63" fmla="*/ 87312 h 851265"/>
              <a:gd name="connsiteX64" fmla="*/ 3743589 w 12191998"/>
              <a:gd name="connsiteY64" fmla="*/ 106362 h 851265"/>
              <a:gd name="connsiteX65" fmla="*/ 3780102 w 12191998"/>
              <a:gd name="connsiteY65" fmla="*/ 125412 h 851265"/>
              <a:gd name="connsiteX66" fmla="*/ 3821377 w 12191998"/>
              <a:gd name="connsiteY66" fmla="*/ 141287 h 851265"/>
              <a:gd name="connsiteX67" fmla="*/ 3867414 w 12191998"/>
              <a:gd name="connsiteY67" fmla="*/ 155575 h 851265"/>
              <a:gd name="connsiteX68" fmla="*/ 3919802 w 12191998"/>
              <a:gd name="connsiteY68" fmla="*/ 166687 h 851265"/>
              <a:gd name="connsiteX69" fmla="*/ 3980127 w 12191998"/>
              <a:gd name="connsiteY69" fmla="*/ 174625 h 851265"/>
              <a:gd name="connsiteX70" fmla="*/ 4048389 w 12191998"/>
              <a:gd name="connsiteY70" fmla="*/ 176212 h 851265"/>
              <a:gd name="connsiteX71" fmla="*/ 4116652 w 12191998"/>
              <a:gd name="connsiteY71" fmla="*/ 174625 h 851265"/>
              <a:gd name="connsiteX72" fmla="*/ 4176977 w 12191998"/>
              <a:gd name="connsiteY72" fmla="*/ 166687 h 851265"/>
              <a:gd name="connsiteX73" fmla="*/ 4229364 w 12191998"/>
              <a:gd name="connsiteY73" fmla="*/ 155575 h 851265"/>
              <a:gd name="connsiteX74" fmla="*/ 4275402 w 12191998"/>
              <a:gd name="connsiteY74" fmla="*/ 141287 h 851265"/>
              <a:gd name="connsiteX75" fmla="*/ 4316677 w 12191998"/>
              <a:gd name="connsiteY75" fmla="*/ 125412 h 851265"/>
              <a:gd name="connsiteX76" fmla="*/ 4353189 w 12191998"/>
              <a:gd name="connsiteY76" fmla="*/ 106362 h 851265"/>
              <a:gd name="connsiteX77" fmla="*/ 4429389 w 12191998"/>
              <a:gd name="connsiteY77" fmla="*/ 68262 h 851265"/>
              <a:gd name="connsiteX78" fmla="*/ 4465902 w 12191998"/>
              <a:gd name="connsiteY78" fmla="*/ 52387 h 851265"/>
              <a:gd name="connsiteX79" fmla="*/ 4507177 w 12191998"/>
              <a:gd name="connsiteY79" fmla="*/ 36512 h 851265"/>
              <a:gd name="connsiteX80" fmla="*/ 4553216 w 12191998"/>
              <a:gd name="connsiteY80" fmla="*/ 20637 h 851265"/>
              <a:gd name="connsiteX81" fmla="*/ 4605602 w 12191998"/>
              <a:gd name="connsiteY81" fmla="*/ 9525 h 851265"/>
              <a:gd name="connsiteX82" fmla="*/ 4665928 w 12191998"/>
              <a:gd name="connsiteY82" fmla="*/ 3175 h 851265"/>
              <a:gd name="connsiteX83" fmla="*/ 4734189 w 12191998"/>
              <a:gd name="connsiteY83" fmla="*/ 0 h 851265"/>
              <a:gd name="connsiteX84" fmla="*/ 4802453 w 12191998"/>
              <a:gd name="connsiteY84" fmla="*/ 3175 h 851265"/>
              <a:gd name="connsiteX85" fmla="*/ 4862777 w 12191998"/>
              <a:gd name="connsiteY85" fmla="*/ 9525 h 851265"/>
              <a:gd name="connsiteX86" fmla="*/ 4915165 w 12191998"/>
              <a:gd name="connsiteY86" fmla="*/ 20637 h 851265"/>
              <a:gd name="connsiteX87" fmla="*/ 4961202 w 12191998"/>
              <a:gd name="connsiteY87" fmla="*/ 36512 h 851265"/>
              <a:gd name="connsiteX88" fmla="*/ 5002478 w 12191998"/>
              <a:gd name="connsiteY88" fmla="*/ 52387 h 851265"/>
              <a:gd name="connsiteX89" fmla="*/ 5038989 w 12191998"/>
              <a:gd name="connsiteY89" fmla="*/ 68262 h 851265"/>
              <a:gd name="connsiteX90" fmla="*/ 5077091 w 12191998"/>
              <a:gd name="connsiteY90" fmla="*/ 87312 h 851265"/>
              <a:gd name="connsiteX91" fmla="*/ 5115189 w 12191998"/>
              <a:gd name="connsiteY91" fmla="*/ 106362 h 851265"/>
              <a:gd name="connsiteX92" fmla="*/ 5151702 w 12191998"/>
              <a:gd name="connsiteY92" fmla="*/ 125412 h 851265"/>
              <a:gd name="connsiteX93" fmla="*/ 5192978 w 12191998"/>
              <a:gd name="connsiteY93" fmla="*/ 141287 h 851265"/>
              <a:gd name="connsiteX94" fmla="*/ 5239014 w 12191998"/>
              <a:gd name="connsiteY94" fmla="*/ 155575 h 851265"/>
              <a:gd name="connsiteX95" fmla="*/ 5291401 w 12191998"/>
              <a:gd name="connsiteY95" fmla="*/ 166687 h 851265"/>
              <a:gd name="connsiteX96" fmla="*/ 5351727 w 12191998"/>
              <a:gd name="connsiteY96" fmla="*/ 174625 h 851265"/>
              <a:gd name="connsiteX97" fmla="*/ 5410199 w 12191998"/>
              <a:gd name="connsiteY97" fmla="*/ 175985 h 851265"/>
              <a:gd name="connsiteX98" fmla="*/ 5468671 w 12191998"/>
              <a:gd name="connsiteY98" fmla="*/ 174625 h 851265"/>
              <a:gd name="connsiteX99" fmla="*/ 5528996 w 12191998"/>
              <a:gd name="connsiteY99" fmla="*/ 166687 h 851265"/>
              <a:gd name="connsiteX100" fmla="*/ 5581383 w 12191998"/>
              <a:gd name="connsiteY100" fmla="*/ 155575 h 851265"/>
              <a:gd name="connsiteX101" fmla="*/ 5627421 w 12191998"/>
              <a:gd name="connsiteY101" fmla="*/ 141287 h 851265"/>
              <a:gd name="connsiteX102" fmla="*/ 5668696 w 12191998"/>
              <a:gd name="connsiteY102" fmla="*/ 125412 h 851265"/>
              <a:gd name="connsiteX103" fmla="*/ 5705210 w 12191998"/>
              <a:gd name="connsiteY103" fmla="*/ 106362 h 851265"/>
              <a:gd name="connsiteX104" fmla="*/ 5743308 w 12191998"/>
              <a:gd name="connsiteY104" fmla="*/ 87312 h 851265"/>
              <a:gd name="connsiteX105" fmla="*/ 5781408 w 12191998"/>
              <a:gd name="connsiteY105" fmla="*/ 68262 h 851265"/>
              <a:gd name="connsiteX106" fmla="*/ 5817921 w 12191998"/>
              <a:gd name="connsiteY106" fmla="*/ 52387 h 851265"/>
              <a:gd name="connsiteX107" fmla="*/ 5859196 w 12191998"/>
              <a:gd name="connsiteY107" fmla="*/ 36512 h 851265"/>
              <a:gd name="connsiteX108" fmla="*/ 5905234 w 12191998"/>
              <a:gd name="connsiteY108" fmla="*/ 20637 h 851265"/>
              <a:gd name="connsiteX109" fmla="*/ 5957621 w 12191998"/>
              <a:gd name="connsiteY109" fmla="*/ 9525 h 851265"/>
              <a:gd name="connsiteX110" fmla="*/ 6017948 w 12191998"/>
              <a:gd name="connsiteY110" fmla="*/ 3175 h 851265"/>
              <a:gd name="connsiteX111" fmla="*/ 6086210 w 12191998"/>
              <a:gd name="connsiteY111" fmla="*/ 0 h 851265"/>
              <a:gd name="connsiteX112" fmla="*/ 6095999 w 12191998"/>
              <a:gd name="connsiteY112" fmla="*/ 455 h 851265"/>
              <a:gd name="connsiteX113" fmla="*/ 6105789 w 12191998"/>
              <a:gd name="connsiteY113" fmla="*/ 0 h 851265"/>
              <a:gd name="connsiteX114" fmla="*/ 6174052 w 12191998"/>
              <a:gd name="connsiteY114" fmla="*/ 3175 h 851265"/>
              <a:gd name="connsiteX115" fmla="*/ 6234377 w 12191998"/>
              <a:gd name="connsiteY115" fmla="*/ 9525 h 851265"/>
              <a:gd name="connsiteX116" fmla="*/ 6286764 w 12191998"/>
              <a:gd name="connsiteY116" fmla="*/ 20637 h 851265"/>
              <a:gd name="connsiteX117" fmla="*/ 6332802 w 12191998"/>
              <a:gd name="connsiteY117" fmla="*/ 36512 h 851265"/>
              <a:gd name="connsiteX118" fmla="*/ 6374077 w 12191998"/>
              <a:gd name="connsiteY118" fmla="*/ 52387 h 851265"/>
              <a:gd name="connsiteX119" fmla="*/ 6410589 w 12191998"/>
              <a:gd name="connsiteY119" fmla="*/ 68262 h 851265"/>
              <a:gd name="connsiteX120" fmla="*/ 6448689 w 12191998"/>
              <a:gd name="connsiteY120" fmla="*/ 87312 h 851265"/>
              <a:gd name="connsiteX121" fmla="*/ 6486789 w 12191998"/>
              <a:gd name="connsiteY121" fmla="*/ 106362 h 851265"/>
              <a:gd name="connsiteX122" fmla="*/ 6523302 w 12191998"/>
              <a:gd name="connsiteY122" fmla="*/ 125412 h 851265"/>
              <a:gd name="connsiteX123" fmla="*/ 6564577 w 12191998"/>
              <a:gd name="connsiteY123" fmla="*/ 141287 h 851265"/>
              <a:gd name="connsiteX124" fmla="*/ 6610614 w 12191998"/>
              <a:gd name="connsiteY124" fmla="*/ 155575 h 851265"/>
              <a:gd name="connsiteX125" fmla="*/ 6663002 w 12191998"/>
              <a:gd name="connsiteY125" fmla="*/ 166687 h 851265"/>
              <a:gd name="connsiteX126" fmla="*/ 6723327 w 12191998"/>
              <a:gd name="connsiteY126" fmla="*/ 174625 h 851265"/>
              <a:gd name="connsiteX127" fmla="*/ 6781799 w 12191998"/>
              <a:gd name="connsiteY127" fmla="*/ 175985 h 851265"/>
              <a:gd name="connsiteX128" fmla="*/ 6840271 w 12191998"/>
              <a:gd name="connsiteY128" fmla="*/ 174625 h 851265"/>
              <a:gd name="connsiteX129" fmla="*/ 6900596 w 12191998"/>
              <a:gd name="connsiteY129" fmla="*/ 166687 h 851265"/>
              <a:gd name="connsiteX130" fmla="*/ 6952983 w 12191998"/>
              <a:gd name="connsiteY130" fmla="*/ 155575 h 851265"/>
              <a:gd name="connsiteX131" fmla="*/ 6999021 w 12191998"/>
              <a:gd name="connsiteY131" fmla="*/ 141287 h 851265"/>
              <a:gd name="connsiteX132" fmla="*/ 7040296 w 12191998"/>
              <a:gd name="connsiteY132" fmla="*/ 125412 h 851265"/>
              <a:gd name="connsiteX133" fmla="*/ 7076808 w 12191998"/>
              <a:gd name="connsiteY133" fmla="*/ 106362 h 851265"/>
              <a:gd name="connsiteX134" fmla="*/ 7114908 w 12191998"/>
              <a:gd name="connsiteY134" fmla="*/ 87312 h 851265"/>
              <a:gd name="connsiteX135" fmla="*/ 7153008 w 12191998"/>
              <a:gd name="connsiteY135" fmla="*/ 68262 h 851265"/>
              <a:gd name="connsiteX136" fmla="*/ 7189521 w 12191998"/>
              <a:gd name="connsiteY136" fmla="*/ 52387 h 851265"/>
              <a:gd name="connsiteX137" fmla="*/ 7230796 w 12191998"/>
              <a:gd name="connsiteY137" fmla="*/ 36512 h 851265"/>
              <a:gd name="connsiteX138" fmla="*/ 7276833 w 12191998"/>
              <a:gd name="connsiteY138" fmla="*/ 20637 h 851265"/>
              <a:gd name="connsiteX139" fmla="*/ 7329221 w 12191998"/>
              <a:gd name="connsiteY139" fmla="*/ 9525 h 851265"/>
              <a:gd name="connsiteX140" fmla="*/ 7389546 w 12191998"/>
              <a:gd name="connsiteY140" fmla="*/ 3175 h 851265"/>
              <a:gd name="connsiteX141" fmla="*/ 7457808 w 12191998"/>
              <a:gd name="connsiteY141" fmla="*/ 0 h 851265"/>
              <a:gd name="connsiteX142" fmla="*/ 7526071 w 12191998"/>
              <a:gd name="connsiteY142" fmla="*/ 3175 h 851265"/>
              <a:gd name="connsiteX143" fmla="*/ 7586396 w 12191998"/>
              <a:gd name="connsiteY143" fmla="*/ 9525 h 851265"/>
              <a:gd name="connsiteX144" fmla="*/ 7638783 w 12191998"/>
              <a:gd name="connsiteY144" fmla="*/ 20637 h 851265"/>
              <a:gd name="connsiteX145" fmla="*/ 7684821 w 12191998"/>
              <a:gd name="connsiteY145" fmla="*/ 36512 h 851265"/>
              <a:gd name="connsiteX146" fmla="*/ 7726096 w 12191998"/>
              <a:gd name="connsiteY146" fmla="*/ 52387 h 851265"/>
              <a:gd name="connsiteX147" fmla="*/ 7762608 w 12191998"/>
              <a:gd name="connsiteY147" fmla="*/ 68262 h 851265"/>
              <a:gd name="connsiteX148" fmla="*/ 7800708 w 12191998"/>
              <a:gd name="connsiteY148" fmla="*/ 87312 h 851265"/>
              <a:gd name="connsiteX149" fmla="*/ 7838808 w 12191998"/>
              <a:gd name="connsiteY149" fmla="*/ 106362 h 851265"/>
              <a:gd name="connsiteX150" fmla="*/ 7875321 w 12191998"/>
              <a:gd name="connsiteY150" fmla="*/ 125412 h 851265"/>
              <a:gd name="connsiteX151" fmla="*/ 7916596 w 12191998"/>
              <a:gd name="connsiteY151" fmla="*/ 141287 h 851265"/>
              <a:gd name="connsiteX152" fmla="*/ 7962633 w 12191998"/>
              <a:gd name="connsiteY152" fmla="*/ 155575 h 851265"/>
              <a:gd name="connsiteX153" fmla="*/ 8015021 w 12191998"/>
              <a:gd name="connsiteY153" fmla="*/ 166687 h 851265"/>
              <a:gd name="connsiteX154" fmla="*/ 8075346 w 12191998"/>
              <a:gd name="connsiteY154" fmla="*/ 174625 h 851265"/>
              <a:gd name="connsiteX155" fmla="*/ 8143608 w 12191998"/>
              <a:gd name="connsiteY155" fmla="*/ 176212 h 851265"/>
              <a:gd name="connsiteX156" fmla="*/ 8211871 w 12191998"/>
              <a:gd name="connsiteY156" fmla="*/ 174625 h 851265"/>
              <a:gd name="connsiteX157" fmla="*/ 8272196 w 12191998"/>
              <a:gd name="connsiteY157" fmla="*/ 166687 h 851265"/>
              <a:gd name="connsiteX158" fmla="*/ 8324583 w 12191998"/>
              <a:gd name="connsiteY158" fmla="*/ 155575 h 851265"/>
              <a:gd name="connsiteX159" fmla="*/ 8370621 w 12191998"/>
              <a:gd name="connsiteY159" fmla="*/ 141287 h 851265"/>
              <a:gd name="connsiteX160" fmla="*/ 8411896 w 12191998"/>
              <a:gd name="connsiteY160" fmla="*/ 125412 h 851265"/>
              <a:gd name="connsiteX161" fmla="*/ 8448408 w 12191998"/>
              <a:gd name="connsiteY161" fmla="*/ 106362 h 851265"/>
              <a:gd name="connsiteX162" fmla="*/ 8486508 w 12191998"/>
              <a:gd name="connsiteY162" fmla="*/ 87312 h 851265"/>
              <a:gd name="connsiteX163" fmla="*/ 8524608 w 12191998"/>
              <a:gd name="connsiteY163" fmla="*/ 68262 h 851265"/>
              <a:gd name="connsiteX164" fmla="*/ 8561120 w 12191998"/>
              <a:gd name="connsiteY164" fmla="*/ 52387 h 851265"/>
              <a:gd name="connsiteX165" fmla="*/ 8602396 w 12191998"/>
              <a:gd name="connsiteY165" fmla="*/ 36512 h 851265"/>
              <a:gd name="connsiteX166" fmla="*/ 8648432 w 12191998"/>
              <a:gd name="connsiteY166" fmla="*/ 20637 h 851265"/>
              <a:gd name="connsiteX167" fmla="*/ 8700820 w 12191998"/>
              <a:gd name="connsiteY167" fmla="*/ 9525 h 851265"/>
              <a:gd name="connsiteX168" fmla="*/ 8761146 w 12191998"/>
              <a:gd name="connsiteY168" fmla="*/ 3175 h 851265"/>
              <a:gd name="connsiteX169" fmla="*/ 8827820 w 12191998"/>
              <a:gd name="connsiteY169" fmla="*/ 0 h 851265"/>
              <a:gd name="connsiteX170" fmla="*/ 8897670 w 12191998"/>
              <a:gd name="connsiteY170" fmla="*/ 3175 h 851265"/>
              <a:gd name="connsiteX171" fmla="*/ 8957996 w 12191998"/>
              <a:gd name="connsiteY171" fmla="*/ 9525 h 851265"/>
              <a:gd name="connsiteX172" fmla="*/ 9010382 w 12191998"/>
              <a:gd name="connsiteY172" fmla="*/ 20637 h 851265"/>
              <a:gd name="connsiteX173" fmla="*/ 9056420 w 12191998"/>
              <a:gd name="connsiteY173" fmla="*/ 36512 h 851265"/>
              <a:gd name="connsiteX174" fmla="*/ 9097696 w 12191998"/>
              <a:gd name="connsiteY174" fmla="*/ 52387 h 851265"/>
              <a:gd name="connsiteX175" fmla="*/ 9134208 w 12191998"/>
              <a:gd name="connsiteY175" fmla="*/ 68262 h 851265"/>
              <a:gd name="connsiteX176" fmla="*/ 9172308 w 12191998"/>
              <a:gd name="connsiteY176" fmla="*/ 87312 h 851265"/>
              <a:gd name="connsiteX177" fmla="*/ 9210408 w 12191998"/>
              <a:gd name="connsiteY177" fmla="*/ 106362 h 851265"/>
              <a:gd name="connsiteX178" fmla="*/ 9246920 w 12191998"/>
              <a:gd name="connsiteY178" fmla="*/ 125412 h 851265"/>
              <a:gd name="connsiteX179" fmla="*/ 9288196 w 12191998"/>
              <a:gd name="connsiteY179" fmla="*/ 141287 h 851265"/>
              <a:gd name="connsiteX180" fmla="*/ 9334232 w 12191998"/>
              <a:gd name="connsiteY180" fmla="*/ 155575 h 851265"/>
              <a:gd name="connsiteX181" fmla="*/ 9386620 w 12191998"/>
              <a:gd name="connsiteY181" fmla="*/ 166687 h 851265"/>
              <a:gd name="connsiteX182" fmla="*/ 9446946 w 12191998"/>
              <a:gd name="connsiteY182" fmla="*/ 174625 h 851265"/>
              <a:gd name="connsiteX183" fmla="*/ 9515208 w 12191998"/>
              <a:gd name="connsiteY183" fmla="*/ 176212 h 851265"/>
              <a:gd name="connsiteX184" fmla="*/ 9583470 w 12191998"/>
              <a:gd name="connsiteY184" fmla="*/ 174625 h 851265"/>
              <a:gd name="connsiteX185" fmla="*/ 9643796 w 12191998"/>
              <a:gd name="connsiteY185" fmla="*/ 166687 h 851265"/>
              <a:gd name="connsiteX186" fmla="*/ 9696182 w 12191998"/>
              <a:gd name="connsiteY186" fmla="*/ 155575 h 851265"/>
              <a:gd name="connsiteX187" fmla="*/ 9742220 w 12191998"/>
              <a:gd name="connsiteY187" fmla="*/ 141287 h 851265"/>
              <a:gd name="connsiteX188" fmla="*/ 9783496 w 12191998"/>
              <a:gd name="connsiteY188" fmla="*/ 125412 h 851265"/>
              <a:gd name="connsiteX189" fmla="*/ 9820008 w 12191998"/>
              <a:gd name="connsiteY189" fmla="*/ 106362 h 851265"/>
              <a:gd name="connsiteX190" fmla="*/ 9896208 w 12191998"/>
              <a:gd name="connsiteY190" fmla="*/ 68262 h 851265"/>
              <a:gd name="connsiteX191" fmla="*/ 9932720 w 12191998"/>
              <a:gd name="connsiteY191" fmla="*/ 52387 h 851265"/>
              <a:gd name="connsiteX192" fmla="*/ 9973996 w 12191998"/>
              <a:gd name="connsiteY192" fmla="*/ 36512 h 851265"/>
              <a:gd name="connsiteX193" fmla="*/ 10020032 w 12191998"/>
              <a:gd name="connsiteY193" fmla="*/ 20637 h 851265"/>
              <a:gd name="connsiteX194" fmla="*/ 10072420 w 12191998"/>
              <a:gd name="connsiteY194" fmla="*/ 9525 h 851265"/>
              <a:gd name="connsiteX195" fmla="*/ 10132746 w 12191998"/>
              <a:gd name="connsiteY195" fmla="*/ 3175 h 851265"/>
              <a:gd name="connsiteX196" fmla="*/ 10201008 w 12191998"/>
              <a:gd name="connsiteY196" fmla="*/ 0 h 851265"/>
              <a:gd name="connsiteX197" fmla="*/ 10269270 w 12191998"/>
              <a:gd name="connsiteY197" fmla="*/ 3175 h 851265"/>
              <a:gd name="connsiteX198" fmla="*/ 10329596 w 12191998"/>
              <a:gd name="connsiteY198" fmla="*/ 9525 h 851265"/>
              <a:gd name="connsiteX199" fmla="*/ 10381982 w 12191998"/>
              <a:gd name="connsiteY199" fmla="*/ 20637 h 851265"/>
              <a:gd name="connsiteX200" fmla="*/ 10428020 w 12191998"/>
              <a:gd name="connsiteY200" fmla="*/ 36512 h 851265"/>
              <a:gd name="connsiteX201" fmla="*/ 10469296 w 12191998"/>
              <a:gd name="connsiteY201" fmla="*/ 52387 h 851265"/>
              <a:gd name="connsiteX202" fmla="*/ 10505808 w 12191998"/>
              <a:gd name="connsiteY202" fmla="*/ 68262 h 851265"/>
              <a:gd name="connsiteX203" fmla="*/ 10543908 w 12191998"/>
              <a:gd name="connsiteY203" fmla="*/ 87312 h 851265"/>
              <a:gd name="connsiteX204" fmla="*/ 10582008 w 12191998"/>
              <a:gd name="connsiteY204" fmla="*/ 106362 h 851265"/>
              <a:gd name="connsiteX205" fmla="*/ 10618520 w 12191998"/>
              <a:gd name="connsiteY205" fmla="*/ 125412 h 851265"/>
              <a:gd name="connsiteX206" fmla="*/ 10659796 w 12191998"/>
              <a:gd name="connsiteY206" fmla="*/ 141287 h 851265"/>
              <a:gd name="connsiteX207" fmla="*/ 10705832 w 12191998"/>
              <a:gd name="connsiteY207" fmla="*/ 155575 h 851265"/>
              <a:gd name="connsiteX208" fmla="*/ 10758220 w 12191998"/>
              <a:gd name="connsiteY208" fmla="*/ 166687 h 851265"/>
              <a:gd name="connsiteX209" fmla="*/ 10818546 w 12191998"/>
              <a:gd name="connsiteY209" fmla="*/ 174625 h 851265"/>
              <a:gd name="connsiteX210" fmla="*/ 10886808 w 12191998"/>
              <a:gd name="connsiteY210" fmla="*/ 176212 h 851265"/>
              <a:gd name="connsiteX211" fmla="*/ 10955070 w 12191998"/>
              <a:gd name="connsiteY211" fmla="*/ 174625 h 851265"/>
              <a:gd name="connsiteX212" fmla="*/ 11015396 w 12191998"/>
              <a:gd name="connsiteY212" fmla="*/ 166687 h 851265"/>
              <a:gd name="connsiteX213" fmla="*/ 11067782 w 12191998"/>
              <a:gd name="connsiteY213" fmla="*/ 155575 h 851265"/>
              <a:gd name="connsiteX214" fmla="*/ 11113820 w 12191998"/>
              <a:gd name="connsiteY214" fmla="*/ 141287 h 851265"/>
              <a:gd name="connsiteX215" fmla="*/ 11155096 w 12191998"/>
              <a:gd name="connsiteY215" fmla="*/ 125412 h 851265"/>
              <a:gd name="connsiteX216" fmla="*/ 11191608 w 12191998"/>
              <a:gd name="connsiteY216" fmla="*/ 106362 h 851265"/>
              <a:gd name="connsiteX217" fmla="*/ 11229708 w 12191998"/>
              <a:gd name="connsiteY217" fmla="*/ 87312 h 851265"/>
              <a:gd name="connsiteX218" fmla="*/ 11267808 w 12191998"/>
              <a:gd name="connsiteY218" fmla="*/ 68262 h 851265"/>
              <a:gd name="connsiteX219" fmla="*/ 11304320 w 12191998"/>
              <a:gd name="connsiteY219" fmla="*/ 52387 h 851265"/>
              <a:gd name="connsiteX220" fmla="*/ 11345596 w 12191998"/>
              <a:gd name="connsiteY220" fmla="*/ 36512 h 851265"/>
              <a:gd name="connsiteX221" fmla="*/ 11391632 w 12191998"/>
              <a:gd name="connsiteY221" fmla="*/ 20637 h 851265"/>
              <a:gd name="connsiteX222" fmla="*/ 11444020 w 12191998"/>
              <a:gd name="connsiteY222" fmla="*/ 9525 h 851265"/>
              <a:gd name="connsiteX223" fmla="*/ 11504346 w 12191998"/>
              <a:gd name="connsiteY223" fmla="*/ 3175 h 851265"/>
              <a:gd name="connsiteX224" fmla="*/ 11572608 w 12191998"/>
              <a:gd name="connsiteY224" fmla="*/ 0 h 851265"/>
              <a:gd name="connsiteX225" fmla="*/ 11640870 w 12191998"/>
              <a:gd name="connsiteY225" fmla="*/ 3175 h 851265"/>
              <a:gd name="connsiteX226" fmla="*/ 11701196 w 12191998"/>
              <a:gd name="connsiteY226" fmla="*/ 9525 h 851265"/>
              <a:gd name="connsiteX227" fmla="*/ 11753582 w 12191998"/>
              <a:gd name="connsiteY227" fmla="*/ 20637 h 851265"/>
              <a:gd name="connsiteX228" fmla="*/ 11799620 w 12191998"/>
              <a:gd name="connsiteY228" fmla="*/ 36512 h 851265"/>
              <a:gd name="connsiteX229" fmla="*/ 11840896 w 12191998"/>
              <a:gd name="connsiteY229" fmla="*/ 52387 h 851265"/>
              <a:gd name="connsiteX230" fmla="*/ 11877408 w 12191998"/>
              <a:gd name="connsiteY230" fmla="*/ 68262 h 851265"/>
              <a:gd name="connsiteX231" fmla="*/ 11915508 w 12191998"/>
              <a:gd name="connsiteY231" fmla="*/ 87312 h 851265"/>
              <a:gd name="connsiteX232" fmla="*/ 11953608 w 12191998"/>
              <a:gd name="connsiteY232" fmla="*/ 106362 h 851265"/>
              <a:gd name="connsiteX233" fmla="*/ 11990120 w 12191998"/>
              <a:gd name="connsiteY233" fmla="*/ 125412 h 851265"/>
              <a:gd name="connsiteX234" fmla="*/ 12031396 w 12191998"/>
              <a:gd name="connsiteY234" fmla="*/ 141287 h 851265"/>
              <a:gd name="connsiteX235" fmla="*/ 12077432 w 12191998"/>
              <a:gd name="connsiteY235" fmla="*/ 155575 h 851265"/>
              <a:gd name="connsiteX236" fmla="*/ 12129820 w 12191998"/>
              <a:gd name="connsiteY236" fmla="*/ 166688 h 851265"/>
              <a:gd name="connsiteX237" fmla="*/ 12190146 w 12191998"/>
              <a:gd name="connsiteY237" fmla="*/ 174625 h 851265"/>
              <a:gd name="connsiteX238" fmla="*/ 12191998 w 12191998"/>
              <a:gd name="connsiteY238" fmla="*/ 174668 h 851265"/>
              <a:gd name="connsiteX239" fmla="*/ 12191998 w 12191998"/>
              <a:gd name="connsiteY239" fmla="*/ 851265 h 851265"/>
              <a:gd name="connsiteX240" fmla="*/ 0 w 12191998"/>
              <a:gd name="connsiteY240" fmla="*/ 851265 h 851265"/>
              <a:gd name="connsiteX241" fmla="*/ 0 w 12191998"/>
              <a:gd name="connsiteY241" fmla="*/ 174668 h 851265"/>
              <a:gd name="connsiteX242" fmla="*/ 1852 w 12191998"/>
              <a:gd name="connsiteY242" fmla="*/ 174625 h 851265"/>
              <a:gd name="connsiteX243" fmla="*/ 62177 w 12191998"/>
              <a:gd name="connsiteY243" fmla="*/ 166687 h 851265"/>
              <a:gd name="connsiteX244" fmla="*/ 114564 w 12191998"/>
              <a:gd name="connsiteY244" fmla="*/ 155575 h 851265"/>
              <a:gd name="connsiteX245" fmla="*/ 160602 w 12191998"/>
              <a:gd name="connsiteY245" fmla="*/ 141287 h 851265"/>
              <a:gd name="connsiteX246" fmla="*/ 201877 w 12191998"/>
              <a:gd name="connsiteY246" fmla="*/ 125412 h 851265"/>
              <a:gd name="connsiteX247" fmla="*/ 238389 w 12191998"/>
              <a:gd name="connsiteY247" fmla="*/ 106362 h 851265"/>
              <a:gd name="connsiteX248" fmla="*/ 276489 w 12191998"/>
              <a:gd name="connsiteY248" fmla="*/ 87312 h 851265"/>
              <a:gd name="connsiteX249" fmla="*/ 314589 w 12191998"/>
              <a:gd name="connsiteY249" fmla="*/ 68262 h 851265"/>
              <a:gd name="connsiteX250" fmla="*/ 351102 w 12191998"/>
              <a:gd name="connsiteY250" fmla="*/ 52387 h 851265"/>
              <a:gd name="connsiteX251" fmla="*/ 392377 w 12191998"/>
              <a:gd name="connsiteY251" fmla="*/ 36512 h 851265"/>
              <a:gd name="connsiteX252" fmla="*/ 438414 w 12191998"/>
              <a:gd name="connsiteY252" fmla="*/ 20637 h 851265"/>
              <a:gd name="connsiteX253" fmla="*/ 490802 w 12191998"/>
              <a:gd name="connsiteY253" fmla="*/ 9525 h 851265"/>
              <a:gd name="connsiteX254" fmla="*/ 551127 w 12191998"/>
              <a:gd name="connsiteY254" fmla="*/ 3175 h 851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12191998" h="851265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6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2" y="36512"/>
                </a:lnTo>
                <a:lnTo>
                  <a:pt x="5002478" y="52387"/>
                </a:lnTo>
                <a:lnTo>
                  <a:pt x="5038989" y="68262"/>
                </a:lnTo>
                <a:lnTo>
                  <a:pt x="5077091" y="87312"/>
                </a:lnTo>
                <a:lnTo>
                  <a:pt x="5115189" y="106362"/>
                </a:lnTo>
                <a:lnTo>
                  <a:pt x="5151702" y="125412"/>
                </a:lnTo>
                <a:lnTo>
                  <a:pt x="5192978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10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8" y="3175"/>
                </a:lnTo>
                <a:lnTo>
                  <a:pt x="6086210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1998" y="174668"/>
                </a:lnTo>
                <a:lnTo>
                  <a:pt x="12191998" y="851265"/>
                </a:lnTo>
                <a:lnTo>
                  <a:pt x="0" y="851265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116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F21C1-C082-108F-87EA-7E74D4957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6"/>
            <a:ext cx="3384329" cy="5421435"/>
          </a:xfrm>
        </p:spPr>
        <p:txBody>
          <a:bodyPr anchor="ctr">
            <a:normAutofit/>
          </a:bodyPr>
          <a:lstStyle/>
          <a:p>
            <a:r>
              <a:rPr lang="en-US" sz="4000"/>
              <a:t>The three states of Git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8E8BBE-EEF7-6EAD-664A-55606646A4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4600790"/>
              </p:ext>
            </p:extLst>
          </p:nvPr>
        </p:nvGraphicFramePr>
        <p:xfrm>
          <a:off x="5280025" y="2101445"/>
          <a:ext cx="5994400" cy="2495582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1682138">
                  <a:extLst>
                    <a:ext uri="{9D8B030D-6E8A-4147-A177-3AD203B41FA5}">
                      <a16:colId xmlns:a16="http://schemas.microsoft.com/office/drawing/2014/main" val="4221233006"/>
                    </a:ext>
                  </a:extLst>
                </a:gridCol>
                <a:gridCol w="4312262">
                  <a:extLst>
                    <a:ext uri="{9D8B030D-6E8A-4147-A177-3AD203B41FA5}">
                      <a16:colId xmlns:a16="http://schemas.microsoft.com/office/drawing/2014/main" val="2632731900"/>
                    </a:ext>
                  </a:extLst>
                </a:gridCol>
              </a:tblGrid>
              <a:tr h="555443">
                <a:tc>
                  <a:txBody>
                    <a:bodyPr/>
                    <a:lstStyle/>
                    <a:p>
                      <a:r>
                        <a:rPr lang="en-US" sz="1800" b="0" cap="none" spc="0">
                          <a:solidFill>
                            <a:schemeClr val="accent2"/>
                          </a:solidFill>
                        </a:rPr>
                        <a:t>State</a:t>
                      </a:r>
                    </a:p>
                  </a:txBody>
                  <a:tcPr marL="152551" marR="215136" marT="117347" marB="117347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Description</a:t>
                      </a:r>
                    </a:p>
                  </a:txBody>
                  <a:tcPr marL="152551" marR="215136" marT="117347" marB="11734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45085"/>
                  </a:ext>
                </a:extLst>
              </a:tr>
              <a:tr h="555443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Modified </a:t>
                      </a:r>
                    </a:p>
                  </a:txBody>
                  <a:tcPr marL="152551" marR="215136" marT="117347" marB="117347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You’ve changed the file</a:t>
                      </a:r>
                    </a:p>
                  </a:txBody>
                  <a:tcPr marL="152551" marR="215136" marT="117347" marB="117347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067517"/>
                  </a:ext>
                </a:extLst>
              </a:tr>
              <a:tr h="555443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Stage</a:t>
                      </a:r>
                    </a:p>
                  </a:txBody>
                  <a:tcPr marL="152551" marR="215136" marT="117347" marB="117347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Modified file(s) are ready for commit</a:t>
                      </a:r>
                    </a:p>
                  </a:txBody>
                  <a:tcPr marL="152551" marR="215136" marT="117347" marB="117347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415260"/>
                  </a:ext>
                </a:extLst>
              </a:tr>
              <a:tr h="829253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Committed </a:t>
                      </a:r>
                    </a:p>
                  </a:txBody>
                  <a:tcPr marL="152551" marR="215136" marT="117347" marB="117347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The file’s snapshot is stored in the Git database</a:t>
                      </a:r>
                    </a:p>
                  </a:txBody>
                  <a:tcPr marL="152551" marR="215136" marT="117347" marB="117347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88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3658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Freeform 6">
            <a:extLst>
              <a:ext uri="{FF2B5EF4-FFF2-40B4-BE49-F238E27FC236}">
                <a16:creationId xmlns:a16="http://schemas.microsoft.com/office/drawing/2014/main" id="{B217C2AD-51B4-40CE-A71F-F5D3F846D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68" name="Rectangle 2067">
            <a:extLst>
              <a:ext uri="{FF2B5EF4-FFF2-40B4-BE49-F238E27FC236}">
                <a16:creationId xmlns:a16="http://schemas.microsoft.com/office/drawing/2014/main" id="{6F1BF92E-23CF-4BFE-9E1F-C359BACFA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69" name="Rectangle 2068">
            <a:extLst>
              <a:ext uri="{FF2B5EF4-FFF2-40B4-BE49-F238E27FC236}">
                <a16:creationId xmlns:a16="http://schemas.microsoft.com/office/drawing/2014/main" id="{DFEF8384-2545-4ACD-9071-49DD1CFC4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71" name="Freeform 22">
            <a:extLst>
              <a:ext uri="{FF2B5EF4-FFF2-40B4-BE49-F238E27FC236}">
                <a16:creationId xmlns:a16="http://schemas.microsoft.com/office/drawing/2014/main" id="{F77DB8FA-61A7-4DE7-A777-6D258D172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4695443" cy="6858000"/>
          </a:xfrm>
          <a:custGeom>
            <a:avLst/>
            <a:gdLst>
              <a:gd name="connsiteX0" fmla="*/ 0 w 4992864"/>
              <a:gd name="connsiteY0" fmla="*/ 0 h 6858000"/>
              <a:gd name="connsiteX1" fmla="*/ 4813476 w 4992864"/>
              <a:gd name="connsiteY1" fmla="*/ 0 h 6858000"/>
              <a:gd name="connsiteX2" fmla="*/ 4818239 w 4992864"/>
              <a:gd name="connsiteY2" fmla="*/ 66675 h 6858000"/>
              <a:gd name="connsiteX3" fmla="*/ 4826176 w 4992864"/>
              <a:gd name="connsiteY3" fmla="*/ 122237 h 6858000"/>
              <a:gd name="connsiteX4" fmla="*/ 4835701 w 4992864"/>
              <a:gd name="connsiteY4" fmla="*/ 174625 h 6858000"/>
              <a:gd name="connsiteX5" fmla="*/ 4851576 w 4992864"/>
              <a:gd name="connsiteY5" fmla="*/ 217487 h 6858000"/>
              <a:gd name="connsiteX6" fmla="*/ 4867451 w 4992864"/>
              <a:gd name="connsiteY6" fmla="*/ 260350 h 6858000"/>
              <a:gd name="connsiteX7" fmla="*/ 4886501 w 4992864"/>
              <a:gd name="connsiteY7" fmla="*/ 296862 h 6858000"/>
              <a:gd name="connsiteX8" fmla="*/ 4905551 w 4992864"/>
              <a:gd name="connsiteY8" fmla="*/ 334962 h 6858000"/>
              <a:gd name="connsiteX9" fmla="*/ 4923014 w 4992864"/>
              <a:gd name="connsiteY9" fmla="*/ 369887 h 6858000"/>
              <a:gd name="connsiteX10" fmla="*/ 4940476 w 4992864"/>
              <a:gd name="connsiteY10" fmla="*/ 409575 h 6858000"/>
              <a:gd name="connsiteX11" fmla="*/ 4956351 w 4992864"/>
              <a:gd name="connsiteY11" fmla="*/ 450850 h 6858000"/>
              <a:gd name="connsiteX12" fmla="*/ 4970639 w 4992864"/>
              <a:gd name="connsiteY12" fmla="*/ 496887 h 6858000"/>
              <a:gd name="connsiteX13" fmla="*/ 4981751 w 4992864"/>
              <a:gd name="connsiteY13" fmla="*/ 546100 h 6858000"/>
              <a:gd name="connsiteX14" fmla="*/ 4989689 w 4992864"/>
              <a:gd name="connsiteY14" fmla="*/ 606425 h 6858000"/>
              <a:gd name="connsiteX15" fmla="*/ 4992864 w 4992864"/>
              <a:gd name="connsiteY15" fmla="*/ 673100 h 6858000"/>
              <a:gd name="connsiteX16" fmla="*/ 4989689 w 4992864"/>
              <a:gd name="connsiteY16" fmla="*/ 744537 h 6858000"/>
              <a:gd name="connsiteX17" fmla="*/ 4981751 w 4992864"/>
              <a:gd name="connsiteY17" fmla="*/ 801687 h 6858000"/>
              <a:gd name="connsiteX18" fmla="*/ 4970639 w 4992864"/>
              <a:gd name="connsiteY18" fmla="*/ 854075 h 6858000"/>
              <a:gd name="connsiteX19" fmla="*/ 4956351 w 4992864"/>
              <a:gd name="connsiteY19" fmla="*/ 901700 h 6858000"/>
              <a:gd name="connsiteX20" fmla="*/ 4940476 w 4992864"/>
              <a:gd name="connsiteY20" fmla="*/ 942975 h 6858000"/>
              <a:gd name="connsiteX21" fmla="*/ 4921426 w 4992864"/>
              <a:gd name="connsiteY21" fmla="*/ 981075 h 6858000"/>
              <a:gd name="connsiteX22" fmla="*/ 4902376 w 4992864"/>
              <a:gd name="connsiteY22" fmla="*/ 1017587 h 6858000"/>
              <a:gd name="connsiteX23" fmla="*/ 4883326 w 4992864"/>
              <a:gd name="connsiteY23" fmla="*/ 1055687 h 6858000"/>
              <a:gd name="connsiteX24" fmla="*/ 4865864 w 4992864"/>
              <a:gd name="connsiteY24" fmla="*/ 1095375 h 6858000"/>
              <a:gd name="connsiteX25" fmla="*/ 4848401 w 4992864"/>
              <a:gd name="connsiteY25" fmla="*/ 1136650 h 6858000"/>
              <a:gd name="connsiteX26" fmla="*/ 4834114 w 4992864"/>
              <a:gd name="connsiteY26" fmla="*/ 1182687 h 6858000"/>
              <a:gd name="connsiteX27" fmla="*/ 4824589 w 4992864"/>
              <a:gd name="connsiteY27" fmla="*/ 1235075 h 6858000"/>
              <a:gd name="connsiteX28" fmla="*/ 4815064 w 4992864"/>
              <a:gd name="connsiteY28" fmla="*/ 1295400 h 6858000"/>
              <a:gd name="connsiteX29" fmla="*/ 4813476 w 4992864"/>
              <a:gd name="connsiteY29" fmla="*/ 1363662 h 6858000"/>
              <a:gd name="connsiteX30" fmla="*/ 4815064 w 4992864"/>
              <a:gd name="connsiteY30" fmla="*/ 1431925 h 6858000"/>
              <a:gd name="connsiteX31" fmla="*/ 4824589 w 4992864"/>
              <a:gd name="connsiteY31" fmla="*/ 1492250 h 6858000"/>
              <a:gd name="connsiteX32" fmla="*/ 4834114 w 4992864"/>
              <a:gd name="connsiteY32" fmla="*/ 1544637 h 6858000"/>
              <a:gd name="connsiteX33" fmla="*/ 4848401 w 4992864"/>
              <a:gd name="connsiteY33" fmla="*/ 1589087 h 6858000"/>
              <a:gd name="connsiteX34" fmla="*/ 4865864 w 4992864"/>
              <a:gd name="connsiteY34" fmla="*/ 1631950 h 6858000"/>
              <a:gd name="connsiteX35" fmla="*/ 4883326 w 4992864"/>
              <a:gd name="connsiteY35" fmla="*/ 1671637 h 6858000"/>
              <a:gd name="connsiteX36" fmla="*/ 4902376 w 4992864"/>
              <a:gd name="connsiteY36" fmla="*/ 1708150 h 6858000"/>
              <a:gd name="connsiteX37" fmla="*/ 4921426 w 4992864"/>
              <a:gd name="connsiteY37" fmla="*/ 1743075 h 6858000"/>
              <a:gd name="connsiteX38" fmla="*/ 4940476 w 4992864"/>
              <a:gd name="connsiteY38" fmla="*/ 1782762 h 6858000"/>
              <a:gd name="connsiteX39" fmla="*/ 4956351 w 4992864"/>
              <a:gd name="connsiteY39" fmla="*/ 1824037 h 6858000"/>
              <a:gd name="connsiteX40" fmla="*/ 4970639 w 4992864"/>
              <a:gd name="connsiteY40" fmla="*/ 1870075 h 6858000"/>
              <a:gd name="connsiteX41" fmla="*/ 4981751 w 4992864"/>
              <a:gd name="connsiteY41" fmla="*/ 1922462 h 6858000"/>
              <a:gd name="connsiteX42" fmla="*/ 4989689 w 4992864"/>
              <a:gd name="connsiteY42" fmla="*/ 1982787 h 6858000"/>
              <a:gd name="connsiteX43" fmla="*/ 4992864 w 4992864"/>
              <a:gd name="connsiteY43" fmla="*/ 2051050 h 6858000"/>
              <a:gd name="connsiteX44" fmla="*/ 4989689 w 4992864"/>
              <a:gd name="connsiteY44" fmla="*/ 2119312 h 6858000"/>
              <a:gd name="connsiteX45" fmla="*/ 4981751 w 4992864"/>
              <a:gd name="connsiteY45" fmla="*/ 2179637 h 6858000"/>
              <a:gd name="connsiteX46" fmla="*/ 4970639 w 4992864"/>
              <a:gd name="connsiteY46" fmla="*/ 2232025 h 6858000"/>
              <a:gd name="connsiteX47" fmla="*/ 4956351 w 4992864"/>
              <a:gd name="connsiteY47" fmla="*/ 2278062 h 6858000"/>
              <a:gd name="connsiteX48" fmla="*/ 4940476 w 4992864"/>
              <a:gd name="connsiteY48" fmla="*/ 2319337 h 6858000"/>
              <a:gd name="connsiteX49" fmla="*/ 4921426 w 4992864"/>
              <a:gd name="connsiteY49" fmla="*/ 2359025 h 6858000"/>
              <a:gd name="connsiteX50" fmla="*/ 4902376 w 4992864"/>
              <a:gd name="connsiteY50" fmla="*/ 2395537 h 6858000"/>
              <a:gd name="connsiteX51" fmla="*/ 4883326 w 4992864"/>
              <a:gd name="connsiteY51" fmla="*/ 2433637 h 6858000"/>
              <a:gd name="connsiteX52" fmla="*/ 4865864 w 4992864"/>
              <a:gd name="connsiteY52" fmla="*/ 2471737 h 6858000"/>
              <a:gd name="connsiteX53" fmla="*/ 4848401 w 4992864"/>
              <a:gd name="connsiteY53" fmla="*/ 2513012 h 6858000"/>
              <a:gd name="connsiteX54" fmla="*/ 4834114 w 4992864"/>
              <a:gd name="connsiteY54" fmla="*/ 2560637 h 6858000"/>
              <a:gd name="connsiteX55" fmla="*/ 4824589 w 4992864"/>
              <a:gd name="connsiteY55" fmla="*/ 2613025 h 6858000"/>
              <a:gd name="connsiteX56" fmla="*/ 4815064 w 4992864"/>
              <a:gd name="connsiteY56" fmla="*/ 2671762 h 6858000"/>
              <a:gd name="connsiteX57" fmla="*/ 4813476 w 4992864"/>
              <a:gd name="connsiteY57" fmla="*/ 2741612 h 6858000"/>
              <a:gd name="connsiteX58" fmla="*/ 4815064 w 4992864"/>
              <a:gd name="connsiteY58" fmla="*/ 2809875 h 6858000"/>
              <a:gd name="connsiteX59" fmla="*/ 4824589 w 4992864"/>
              <a:gd name="connsiteY59" fmla="*/ 2868612 h 6858000"/>
              <a:gd name="connsiteX60" fmla="*/ 4834114 w 4992864"/>
              <a:gd name="connsiteY60" fmla="*/ 2922587 h 6858000"/>
              <a:gd name="connsiteX61" fmla="*/ 4848401 w 4992864"/>
              <a:gd name="connsiteY61" fmla="*/ 2967037 h 6858000"/>
              <a:gd name="connsiteX62" fmla="*/ 4865864 w 4992864"/>
              <a:gd name="connsiteY62" fmla="*/ 3009900 h 6858000"/>
              <a:gd name="connsiteX63" fmla="*/ 4883326 w 4992864"/>
              <a:gd name="connsiteY63" fmla="*/ 3046412 h 6858000"/>
              <a:gd name="connsiteX64" fmla="*/ 4902376 w 4992864"/>
              <a:gd name="connsiteY64" fmla="*/ 3084512 h 6858000"/>
              <a:gd name="connsiteX65" fmla="*/ 4921426 w 4992864"/>
              <a:gd name="connsiteY65" fmla="*/ 3121025 h 6858000"/>
              <a:gd name="connsiteX66" fmla="*/ 4940476 w 4992864"/>
              <a:gd name="connsiteY66" fmla="*/ 3160712 h 6858000"/>
              <a:gd name="connsiteX67" fmla="*/ 4956351 w 4992864"/>
              <a:gd name="connsiteY67" fmla="*/ 3201987 h 6858000"/>
              <a:gd name="connsiteX68" fmla="*/ 4970639 w 4992864"/>
              <a:gd name="connsiteY68" fmla="*/ 3248025 h 6858000"/>
              <a:gd name="connsiteX69" fmla="*/ 4981751 w 4992864"/>
              <a:gd name="connsiteY69" fmla="*/ 3300412 h 6858000"/>
              <a:gd name="connsiteX70" fmla="*/ 4989689 w 4992864"/>
              <a:gd name="connsiteY70" fmla="*/ 3360737 h 6858000"/>
              <a:gd name="connsiteX71" fmla="*/ 4992864 w 4992864"/>
              <a:gd name="connsiteY71" fmla="*/ 3427412 h 6858000"/>
              <a:gd name="connsiteX72" fmla="*/ 4989689 w 4992864"/>
              <a:gd name="connsiteY72" fmla="*/ 3497262 h 6858000"/>
              <a:gd name="connsiteX73" fmla="*/ 4981751 w 4992864"/>
              <a:gd name="connsiteY73" fmla="*/ 3557587 h 6858000"/>
              <a:gd name="connsiteX74" fmla="*/ 4970639 w 4992864"/>
              <a:gd name="connsiteY74" fmla="*/ 3609975 h 6858000"/>
              <a:gd name="connsiteX75" fmla="*/ 4956351 w 4992864"/>
              <a:gd name="connsiteY75" fmla="*/ 3656012 h 6858000"/>
              <a:gd name="connsiteX76" fmla="*/ 4940476 w 4992864"/>
              <a:gd name="connsiteY76" fmla="*/ 3697287 h 6858000"/>
              <a:gd name="connsiteX77" fmla="*/ 4921426 w 4992864"/>
              <a:gd name="connsiteY77" fmla="*/ 3736975 h 6858000"/>
              <a:gd name="connsiteX78" fmla="*/ 4883326 w 4992864"/>
              <a:gd name="connsiteY78" fmla="*/ 3811587 h 6858000"/>
              <a:gd name="connsiteX79" fmla="*/ 4865864 w 4992864"/>
              <a:gd name="connsiteY79" fmla="*/ 3848100 h 6858000"/>
              <a:gd name="connsiteX80" fmla="*/ 4848401 w 4992864"/>
              <a:gd name="connsiteY80" fmla="*/ 3890962 h 6858000"/>
              <a:gd name="connsiteX81" fmla="*/ 4834114 w 4992864"/>
              <a:gd name="connsiteY81" fmla="*/ 3935412 h 6858000"/>
              <a:gd name="connsiteX82" fmla="*/ 4824589 w 4992864"/>
              <a:gd name="connsiteY82" fmla="*/ 3987800 h 6858000"/>
              <a:gd name="connsiteX83" fmla="*/ 4815064 w 4992864"/>
              <a:gd name="connsiteY83" fmla="*/ 4048125 h 6858000"/>
              <a:gd name="connsiteX84" fmla="*/ 4813476 w 4992864"/>
              <a:gd name="connsiteY84" fmla="*/ 4116387 h 6858000"/>
              <a:gd name="connsiteX85" fmla="*/ 4815064 w 4992864"/>
              <a:gd name="connsiteY85" fmla="*/ 4186237 h 6858000"/>
              <a:gd name="connsiteX86" fmla="*/ 4824589 w 4992864"/>
              <a:gd name="connsiteY86" fmla="*/ 4244975 h 6858000"/>
              <a:gd name="connsiteX87" fmla="*/ 4834114 w 4992864"/>
              <a:gd name="connsiteY87" fmla="*/ 4297362 h 6858000"/>
              <a:gd name="connsiteX88" fmla="*/ 4848401 w 4992864"/>
              <a:gd name="connsiteY88" fmla="*/ 4343400 h 6858000"/>
              <a:gd name="connsiteX89" fmla="*/ 4865864 w 4992864"/>
              <a:gd name="connsiteY89" fmla="*/ 4386262 h 6858000"/>
              <a:gd name="connsiteX90" fmla="*/ 4883326 w 4992864"/>
              <a:gd name="connsiteY90" fmla="*/ 4424362 h 6858000"/>
              <a:gd name="connsiteX91" fmla="*/ 4921426 w 4992864"/>
              <a:gd name="connsiteY91" fmla="*/ 4498975 h 6858000"/>
              <a:gd name="connsiteX92" fmla="*/ 4940476 w 4992864"/>
              <a:gd name="connsiteY92" fmla="*/ 4537075 h 6858000"/>
              <a:gd name="connsiteX93" fmla="*/ 4956351 w 4992864"/>
              <a:gd name="connsiteY93" fmla="*/ 4579937 h 6858000"/>
              <a:gd name="connsiteX94" fmla="*/ 4970639 w 4992864"/>
              <a:gd name="connsiteY94" fmla="*/ 4625975 h 6858000"/>
              <a:gd name="connsiteX95" fmla="*/ 4981751 w 4992864"/>
              <a:gd name="connsiteY95" fmla="*/ 4678362 h 6858000"/>
              <a:gd name="connsiteX96" fmla="*/ 4989689 w 4992864"/>
              <a:gd name="connsiteY96" fmla="*/ 4738687 h 6858000"/>
              <a:gd name="connsiteX97" fmla="*/ 4992864 w 4992864"/>
              <a:gd name="connsiteY97" fmla="*/ 4806950 h 6858000"/>
              <a:gd name="connsiteX98" fmla="*/ 4989689 w 4992864"/>
              <a:gd name="connsiteY98" fmla="*/ 4875212 h 6858000"/>
              <a:gd name="connsiteX99" fmla="*/ 4981751 w 4992864"/>
              <a:gd name="connsiteY99" fmla="*/ 4935537 h 6858000"/>
              <a:gd name="connsiteX100" fmla="*/ 4970639 w 4992864"/>
              <a:gd name="connsiteY100" fmla="*/ 4987925 h 6858000"/>
              <a:gd name="connsiteX101" fmla="*/ 4956351 w 4992864"/>
              <a:gd name="connsiteY101" fmla="*/ 5033962 h 6858000"/>
              <a:gd name="connsiteX102" fmla="*/ 4940476 w 4992864"/>
              <a:gd name="connsiteY102" fmla="*/ 5075237 h 6858000"/>
              <a:gd name="connsiteX103" fmla="*/ 4921426 w 4992864"/>
              <a:gd name="connsiteY103" fmla="*/ 5114925 h 6858000"/>
              <a:gd name="connsiteX104" fmla="*/ 4902376 w 4992864"/>
              <a:gd name="connsiteY104" fmla="*/ 5149850 h 6858000"/>
              <a:gd name="connsiteX105" fmla="*/ 4883326 w 4992864"/>
              <a:gd name="connsiteY105" fmla="*/ 5186362 h 6858000"/>
              <a:gd name="connsiteX106" fmla="*/ 4865864 w 4992864"/>
              <a:gd name="connsiteY106" fmla="*/ 5226050 h 6858000"/>
              <a:gd name="connsiteX107" fmla="*/ 4848401 w 4992864"/>
              <a:gd name="connsiteY107" fmla="*/ 5268912 h 6858000"/>
              <a:gd name="connsiteX108" fmla="*/ 4834114 w 4992864"/>
              <a:gd name="connsiteY108" fmla="*/ 5313362 h 6858000"/>
              <a:gd name="connsiteX109" fmla="*/ 4824589 w 4992864"/>
              <a:gd name="connsiteY109" fmla="*/ 5365750 h 6858000"/>
              <a:gd name="connsiteX110" fmla="*/ 4815064 w 4992864"/>
              <a:gd name="connsiteY110" fmla="*/ 5426075 h 6858000"/>
              <a:gd name="connsiteX111" fmla="*/ 4813476 w 4992864"/>
              <a:gd name="connsiteY111" fmla="*/ 5494337 h 6858000"/>
              <a:gd name="connsiteX112" fmla="*/ 4815064 w 4992864"/>
              <a:gd name="connsiteY112" fmla="*/ 5562600 h 6858000"/>
              <a:gd name="connsiteX113" fmla="*/ 4824589 w 4992864"/>
              <a:gd name="connsiteY113" fmla="*/ 5622925 h 6858000"/>
              <a:gd name="connsiteX114" fmla="*/ 4834114 w 4992864"/>
              <a:gd name="connsiteY114" fmla="*/ 5675312 h 6858000"/>
              <a:gd name="connsiteX115" fmla="*/ 4848401 w 4992864"/>
              <a:gd name="connsiteY115" fmla="*/ 5721350 h 6858000"/>
              <a:gd name="connsiteX116" fmla="*/ 4865864 w 4992864"/>
              <a:gd name="connsiteY116" fmla="*/ 5762625 h 6858000"/>
              <a:gd name="connsiteX117" fmla="*/ 4883326 w 4992864"/>
              <a:gd name="connsiteY117" fmla="*/ 5802312 h 6858000"/>
              <a:gd name="connsiteX118" fmla="*/ 4902376 w 4992864"/>
              <a:gd name="connsiteY118" fmla="*/ 5840412 h 6858000"/>
              <a:gd name="connsiteX119" fmla="*/ 4921426 w 4992864"/>
              <a:gd name="connsiteY119" fmla="*/ 5876925 h 6858000"/>
              <a:gd name="connsiteX120" fmla="*/ 4940476 w 4992864"/>
              <a:gd name="connsiteY120" fmla="*/ 5915025 h 6858000"/>
              <a:gd name="connsiteX121" fmla="*/ 4956351 w 4992864"/>
              <a:gd name="connsiteY121" fmla="*/ 5956300 h 6858000"/>
              <a:gd name="connsiteX122" fmla="*/ 4970639 w 4992864"/>
              <a:gd name="connsiteY122" fmla="*/ 6003925 h 6858000"/>
              <a:gd name="connsiteX123" fmla="*/ 4981751 w 4992864"/>
              <a:gd name="connsiteY123" fmla="*/ 6056312 h 6858000"/>
              <a:gd name="connsiteX124" fmla="*/ 4989689 w 4992864"/>
              <a:gd name="connsiteY124" fmla="*/ 6113462 h 6858000"/>
              <a:gd name="connsiteX125" fmla="*/ 4992864 w 4992864"/>
              <a:gd name="connsiteY125" fmla="*/ 6183312 h 6858000"/>
              <a:gd name="connsiteX126" fmla="*/ 4989689 w 4992864"/>
              <a:gd name="connsiteY126" fmla="*/ 6251575 h 6858000"/>
              <a:gd name="connsiteX127" fmla="*/ 4981751 w 4992864"/>
              <a:gd name="connsiteY127" fmla="*/ 6311900 h 6858000"/>
              <a:gd name="connsiteX128" fmla="*/ 4970639 w 4992864"/>
              <a:gd name="connsiteY128" fmla="*/ 6361112 h 6858000"/>
              <a:gd name="connsiteX129" fmla="*/ 4956351 w 4992864"/>
              <a:gd name="connsiteY129" fmla="*/ 6407150 h 6858000"/>
              <a:gd name="connsiteX130" fmla="*/ 4940476 w 4992864"/>
              <a:gd name="connsiteY130" fmla="*/ 6448425 h 6858000"/>
              <a:gd name="connsiteX131" fmla="*/ 4923014 w 4992864"/>
              <a:gd name="connsiteY131" fmla="*/ 6488112 h 6858000"/>
              <a:gd name="connsiteX132" fmla="*/ 4905551 w 4992864"/>
              <a:gd name="connsiteY132" fmla="*/ 6523037 h 6858000"/>
              <a:gd name="connsiteX133" fmla="*/ 4886501 w 4992864"/>
              <a:gd name="connsiteY133" fmla="*/ 6561137 h 6858000"/>
              <a:gd name="connsiteX134" fmla="*/ 4867451 w 4992864"/>
              <a:gd name="connsiteY134" fmla="*/ 6597650 h 6858000"/>
              <a:gd name="connsiteX135" fmla="*/ 4851576 w 4992864"/>
              <a:gd name="connsiteY135" fmla="*/ 6640512 h 6858000"/>
              <a:gd name="connsiteX136" fmla="*/ 4835701 w 4992864"/>
              <a:gd name="connsiteY136" fmla="*/ 6683375 h 6858000"/>
              <a:gd name="connsiteX137" fmla="*/ 4826176 w 4992864"/>
              <a:gd name="connsiteY137" fmla="*/ 6735762 h 6858000"/>
              <a:gd name="connsiteX138" fmla="*/ 4818239 w 4992864"/>
              <a:gd name="connsiteY138" fmla="*/ 6791325 h 6858000"/>
              <a:gd name="connsiteX139" fmla="*/ 4813476 w 4992864"/>
              <a:gd name="connsiteY139" fmla="*/ 6858000 h 6858000"/>
              <a:gd name="connsiteX140" fmla="*/ 0 w 4992864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992864" h="6858000">
                <a:moveTo>
                  <a:pt x="0" y="0"/>
                </a:moveTo>
                <a:lnTo>
                  <a:pt x="4813476" y="0"/>
                </a:lnTo>
                <a:lnTo>
                  <a:pt x="4818239" y="66675"/>
                </a:lnTo>
                <a:lnTo>
                  <a:pt x="4826176" y="122237"/>
                </a:lnTo>
                <a:lnTo>
                  <a:pt x="4835701" y="174625"/>
                </a:lnTo>
                <a:lnTo>
                  <a:pt x="4851576" y="217487"/>
                </a:lnTo>
                <a:lnTo>
                  <a:pt x="4867451" y="260350"/>
                </a:lnTo>
                <a:lnTo>
                  <a:pt x="4886501" y="296862"/>
                </a:lnTo>
                <a:lnTo>
                  <a:pt x="4905551" y="334962"/>
                </a:lnTo>
                <a:lnTo>
                  <a:pt x="4923014" y="369887"/>
                </a:lnTo>
                <a:lnTo>
                  <a:pt x="4940476" y="409575"/>
                </a:lnTo>
                <a:lnTo>
                  <a:pt x="4956351" y="450850"/>
                </a:lnTo>
                <a:lnTo>
                  <a:pt x="4970639" y="496887"/>
                </a:lnTo>
                <a:lnTo>
                  <a:pt x="4981751" y="546100"/>
                </a:lnTo>
                <a:lnTo>
                  <a:pt x="4989689" y="606425"/>
                </a:lnTo>
                <a:lnTo>
                  <a:pt x="4992864" y="673100"/>
                </a:lnTo>
                <a:lnTo>
                  <a:pt x="4989689" y="744537"/>
                </a:lnTo>
                <a:lnTo>
                  <a:pt x="4981751" y="801687"/>
                </a:lnTo>
                <a:lnTo>
                  <a:pt x="4970639" y="854075"/>
                </a:lnTo>
                <a:lnTo>
                  <a:pt x="4956351" y="901700"/>
                </a:lnTo>
                <a:lnTo>
                  <a:pt x="4940476" y="942975"/>
                </a:lnTo>
                <a:lnTo>
                  <a:pt x="4921426" y="981075"/>
                </a:lnTo>
                <a:lnTo>
                  <a:pt x="4902376" y="1017587"/>
                </a:lnTo>
                <a:lnTo>
                  <a:pt x="4883326" y="1055687"/>
                </a:lnTo>
                <a:lnTo>
                  <a:pt x="4865864" y="1095375"/>
                </a:lnTo>
                <a:lnTo>
                  <a:pt x="4848401" y="1136650"/>
                </a:lnTo>
                <a:lnTo>
                  <a:pt x="4834114" y="1182687"/>
                </a:lnTo>
                <a:lnTo>
                  <a:pt x="4824589" y="1235075"/>
                </a:lnTo>
                <a:lnTo>
                  <a:pt x="4815064" y="1295400"/>
                </a:lnTo>
                <a:lnTo>
                  <a:pt x="4813476" y="1363662"/>
                </a:lnTo>
                <a:lnTo>
                  <a:pt x="4815064" y="1431925"/>
                </a:lnTo>
                <a:lnTo>
                  <a:pt x="4824589" y="1492250"/>
                </a:lnTo>
                <a:lnTo>
                  <a:pt x="4834114" y="1544637"/>
                </a:lnTo>
                <a:lnTo>
                  <a:pt x="4848401" y="1589087"/>
                </a:lnTo>
                <a:lnTo>
                  <a:pt x="4865864" y="1631950"/>
                </a:lnTo>
                <a:lnTo>
                  <a:pt x="4883326" y="1671637"/>
                </a:lnTo>
                <a:lnTo>
                  <a:pt x="4902376" y="1708150"/>
                </a:lnTo>
                <a:lnTo>
                  <a:pt x="4921426" y="1743075"/>
                </a:lnTo>
                <a:lnTo>
                  <a:pt x="4940476" y="1782762"/>
                </a:lnTo>
                <a:lnTo>
                  <a:pt x="4956351" y="1824037"/>
                </a:lnTo>
                <a:lnTo>
                  <a:pt x="4970639" y="1870075"/>
                </a:lnTo>
                <a:lnTo>
                  <a:pt x="4981751" y="1922462"/>
                </a:lnTo>
                <a:lnTo>
                  <a:pt x="4989689" y="1982787"/>
                </a:lnTo>
                <a:lnTo>
                  <a:pt x="4992864" y="2051050"/>
                </a:lnTo>
                <a:lnTo>
                  <a:pt x="4989689" y="2119312"/>
                </a:lnTo>
                <a:lnTo>
                  <a:pt x="4981751" y="2179637"/>
                </a:lnTo>
                <a:lnTo>
                  <a:pt x="4970639" y="2232025"/>
                </a:lnTo>
                <a:lnTo>
                  <a:pt x="4956351" y="2278062"/>
                </a:lnTo>
                <a:lnTo>
                  <a:pt x="4940476" y="2319337"/>
                </a:lnTo>
                <a:lnTo>
                  <a:pt x="4921426" y="2359025"/>
                </a:lnTo>
                <a:lnTo>
                  <a:pt x="4902376" y="2395537"/>
                </a:lnTo>
                <a:lnTo>
                  <a:pt x="4883326" y="2433637"/>
                </a:lnTo>
                <a:lnTo>
                  <a:pt x="4865864" y="2471737"/>
                </a:lnTo>
                <a:lnTo>
                  <a:pt x="4848401" y="2513012"/>
                </a:lnTo>
                <a:lnTo>
                  <a:pt x="4834114" y="2560637"/>
                </a:lnTo>
                <a:lnTo>
                  <a:pt x="4824589" y="2613025"/>
                </a:lnTo>
                <a:lnTo>
                  <a:pt x="4815064" y="2671762"/>
                </a:lnTo>
                <a:lnTo>
                  <a:pt x="4813476" y="2741612"/>
                </a:lnTo>
                <a:lnTo>
                  <a:pt x="4815064" y="2809875"/>
                </a:lnTo>
                <a:lnTo>
                  <a:pt x="4824589" y="2868612"/>
                </a:lnTo>
                <a:lnTo>
                  <a:pt x="4834114" y="2922587"/>
                </a:lnTo>
                <a:lnTo>
                  <a:pt x="4848401" y="2967037"/>
                </a:lnTo>
                <a:lnTo>
                  <a:pt x="4865864" y="3009900"/>
                </a:lnTo>
                <a:lnTo>
                  <a:pt x="4883326" y="3046412"/>
                </a:lnTo>
                <a:lnTo>
                  <a:pt x="4902376" y="3084512"/>
                </a:lnTo>
                <a:lnTo>
                  <a:pt x="4921426" y="3121025"/>
                </a:lnTo>
                <a:lnTo>
                  <a:pt x="4940476" y="3160712"/>
                </a:lnTo>
                <a:lnTo>
                  <a:pt x="4956351" y="3201987"/>
                </a:lnTo>
                <a:lnTo>
                  <a:pt x="4970639" y="3248025"/>
                </a:lnTo>
                <a:lnTo>
                  <a:pt x="4981751" y="3300412"/>
                </a:lnTo>
                <a:lnTo>
                  <a:pt x="4989689" y="3360737"/>
                </a:lnTo>
                <a:lnTo>
                  <a:pt x="4992864" y="3427412"/>
                </a:lnTo>
                <a:lnTo>
                  <a:pt x="4989689" y="3497262"/>
                </a:lnTo>
                <a:lnTo>
                  <a:pt x="4981751" y="3557587"/>
                </a:lnTo>
                <a:lnTo>
                  <a:pt x="4970639" y="3609975"/>
                </a:lnTo>
                <a:lnTo>
                  <a:pt x="4956351" y="3656012"/>
                </a:lnTo>
                <a:lnTo>
                  <a:pt x="4940476" y="3697287"/>
                </a:lnTo>
                <a:lnTo>
                  <a:pt x="4921426" y="3736975"/>
                </a:lnTo>
                <a:lnTo>
                  <a:pt x="4883326" y="3811587"/>
                </a:lnTo>
                <a:lnTo>
                  <a:pt x="4865864" y="3848100"/>
                </a:lnTo>
                <a:lnTo>
                  <a:pt x="4848401" y="3890962"/>
                </a:lnTo>
                <a:lnTo>
                  <a:pt x="4834114" y="3935412"/>
                </a:lnTo>
                <a:lnTo>
                  <a:pt x="4824589" y="3987800"/>
                </a:lnTo>
                <a:lnTo>
                  <a:pt x="4815064" y="4048125"/>
                </a:lnTo>
                <a:lnTo>
                  <a:pt x="4813476" y="4116387"/>
                </a:lnTo>
                <a:lnTo>
                  <a:pt x="4815064" y="4186237"/>
                </a:lnTo>
                <a:lnTo>
                  <a:pt x="4824589" y="4244975"/>
                </a:lnTo>
                <a:lnTo>
                  <a:pt x="4834114" y="4297362"/>
                </a:lnTo>
                <a:lnTo>
                  <a:pt x="4848401" y="4343400"/>
                </a:lnTo>
                <a:lnTo>
                  <a:pt x="4865864" y="4386262"/>
                </a:lnTo>
                <a:lnTo>
                  <a:pt x="4883326" y="4424362"/>
                </a:lnTo>
                <a:lnTo>
                  <a:pt x="4921426" y="4498975"/>
                </a:lnTo>
                <a:lnTo>
                  <a:pt x="4940476" y="4537075"/>
                </a:lnTo>
                <a:lnTo>
                  <a:pt x="4956351" y="4579937"/>
                </a:lnTo>
                <a:lnTo>
                  <a:pt x="4970639" y="4625975"/>
                </a:lnTo>
                <a:lnTo>
                  <a:pt x="4981751" y="4678362"/>
                </a:lnTo>
                <a:lnTo>
                  <a:pt x="4989689" y="4738687"/>
                </a:lnTo>
                <a:lnTo>
                  <a:pt x="4992864" y="4806950"/>
                </a:lnTo>
                <a:lnTo>
                  <a:pt x="4989689" y="4875212"/>
                </a:lnTo>
                <a:lnTo>
                  <a:pt x="4981751" y="4935537"/>
                </a:lnTo>
                <a:lnTo>
                  <a:pt x="4970639" y="4987925"/>
                </a:lnTo>
                <a:lnTo>
                  <a:pt x="4956351" y="5033962"/>
                </a:lnTo>
                <a:lnTo>
                  <a:pt x="4940476" y="5075237"/>
                </a:lnTo>
                <a:lnTo>
                  <a:pt x="4921426" y="5114925"/>
                </a:lnTo>
                <a:lnTo>
                  <a:pt x="4902376" y="5149850"/>
                </a:lnTo>
                <a:lnTo>
                  <a:pt x="4883326" y="5186362"/>
                </a:lnTo>
                <a:lnTo>
                  <a:pt x="4865864" y="5226050"/>
                </a:lnTo>
                <a:lnTo>
                  <a:pt x="4848401" y="5268912"/>
                </a:lnTo>
                <a:lnTo>
                  <a:pt x="4834114" y="5313362"/>
                </a:lnTo>
                <a:lnTo>
                  <a:pt x="4824589" y="5365750"/>
                </a:lnTo>
                <a:lnTo>
                  <a:pt x="4815064" y="5426075"/>
                </a:lnTo>
                <a:lnTo>
                  <a:pt x="4813476" y="5494337"/>
                </a:lnTo>
                <a:lnTo>
                  <a:pt x="4815064" y="5562600"/>
                </a:lnTo>
                <a:lnTo>
                  <a:pt x="4824589" y="5622925"/>
                </a:lnTo>
                <a:lnTo>
                  <a:pt x="4834114" y="5675312"/>
                </a:lnTo>
                <a:lnTo>
                  <a:pt x="4848401" y="5721350"/>
                </a:lnTo>
                <a:lnTo>
                  <a:pt x="4865864" y="5762625"/>
                </a:lnTo>
                <a:lnTo>
                  <a:pt x="4883326" y="5802312"/>
                </a:lnTo>
                <a:lnTo>
                  <a:pt x="4902376" y="5840412"/>
                </a:lnTo>
                <a:lnTo>
                  <a:pt x="4921426" y="5876925"/>
                </a:lnTo>
                <a:lnTo>
                  <a:pt x="4940476" y="5915025"/>
                </a:lnTo>
                <a:lnTo>
                  <a:pt x="4956351" y="5956300"/>
                </a:lnTo>
                <a:lnTo>
                  <a:pt x="4970639" y="6003925"/>
                </a:lnTo>
                <a:lnTo>
                  <a:pt x="4981751" y="6056312"/>
                </a:lnTo>
                <a:lnTo>
                  <a:pt x="4989689" y="6113462"/>
                </a:lnTo>
                <a:lnTo>
                  <a:pt x="4992864" y="6183312"/>
                </a:lnTo>
                <a:lnTo>
                  <a:pt x="4989689" y="6251575"/>
                </a:lnTo>
                <a:lnTo>
                  <a:pt x="4981751" y="6311900"/>
                </a:lnTo>
                <a:lnTo>
                  <a:pt x="4970639" y="6361112"/>
                </a:lnTo>
                <a:lnTo>
                  <a:pt x="4956351" y="6407150"/>
                </a:lnTo>
                <a:lnTo>
                  <a:pt x="4940476" y="6448425"/>
                </a:lnTo>
                <a:lnTo>
                  <a:pt x="4923014" y="6488112"/>
                </a:lnTo>
                <a:lnTo>
                  <a:pt x="4905551" y="6523037"/>
                </a:lnTo>
                <a:lnTo>
                  <a:pt x="4886501" y="6561137"/>
                </a:lnTo>
                <a:lnTo>
                  <a:pt x="4867451" y="6597650"/>
                </a:lnTo>
                <a:lnTo>
                  <a:pt x="4851576" y="6640512"/>
                </a:lnTo>
                <a:lnTo>
                  <a:pt x="4835701" y="6683375"/>
                </a:lnTo>
                <a:lnTo>
                  <a:pt x="4826176" y="6735762"/>
                </a:lnTo>
                <a:lnTo>
                  <a:pt x="4818239" y="6791325"/>
                </a:lnTo>
                <a:lnTo>
                  <a:pt x="48134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C1BF73-0D25-E493-016C-829FBFA93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54" y="643464"/>
            <a:ext cx="3437290" cy="43748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200" spc="800">
                <a:solidFill>
                  <a:srgbClr val="2A1A00"/>
                </a:solidFill>
              </a:rPr>
              <a:t>Git Workflow image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4057B49-5640-BB3C-9590-FB7226B3F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40297" y="1720367"/>
            <a:ext cx="6220332" cy="342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7716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A3832-CDB5-1F42-1A3A-CC8B42EBF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>
            <a:normAutofit/>
          </a:bodyPr>
          <a:lstStyle/>
          <a:p>
            <a:r>
              <a:rPr lang="en-US"/>
              <a:t>Understanding Branches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DD7B2-1112-3D45-C5BA-F1E56EFAD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5984274" cy="3593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chemeClr val="tx1"/>
                </a:solidFill>
              </a:rPr>
              <a:t>main </a:t>
            </a:r>
            <a:r>
              <a:rPr lang="en-US">
                <a:solidFill>
                  <a:schemeClr val="tx1"/>
                </a:solidFill>
              </a:rPr>
              <a:t>or </a:t>
            </a:r>
            <a:r>
              <a:rPr lang="en-US" b="1">
                <a:solidFill>
                  <a:schemeClr val="tx1"/>
                </a:solidFill>
              </a:rPr>
              <a:t>master</a:t>
            </a:r>
          </a:p>
          <a:p>
            <a:pPr>
              <a:buFontTx/>
              <a:buChar char="-"/>
            </a:pPr>
            <a:r>
              <a:rPr lang="en-US">
                <a:solidFill>
                  <a:schemeClr val="tx1"/>
                </a:solidFill>
              </a:rPr>
              <a:t>The default branch (primary version of your project)</a:t>
            </a:r>
            <a:endParaRPr 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>
                <a:solidFill>
                  <a:schemeClr val="tx1"/>
                </a:solidFill>
              </a:rPr>
              <a:t>Branch</a:t>
            </a:r>
          </a:p>
          <a:p>
            <a:pPr>
              <a:buFontTx/>
              <a:buChar char="-"/>
            </a:pPr>
            <a:r>
              <a:rPr lang="en-US">
                <a:solidFill>
                  <a:schemeClr val="tx1"/>
                </a:solidFill>
              </a:rPr>
              <a:t>Pointers to different parts of a project </a:t>
            </a:r>
          </a:p>
          <a:p>
            <a:pPr>
              <a:buFontTx/>
              <a:buChar char="-"/>
            </a:pPr>
            <a:r>
              <a:rPr lang="en-US">
                <a:solidFill>
                  <a:schemeClr val="tx1"/>
                </a:solidFill>
              </a:rPr>
              <a:t>lets you try or test code without affecting main</a:t>
            </a:r>
          </a:p>
          <a:p>
            <a:pPr marL="0" indent="0">
              <a:buNone/>
            </a:pPr>
            <a:r>
              <a:rPr lang="en-US" b="1">
                <a:solidFill>
                  <a:schemeClr val="tx1"/>
                </a:solidFill>
              </a:rPr>
              <a:t>Remote</a:t>
            </a: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- A version of your repository hosted on GitHub</a:t>
            </a:r>
          </a:p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Graphic 6" descr="Branch Fork">
            <a:extLst>
              <a:ext uri="{FF2B5EF4-FFF2-40B4-BE49-F238E27FC236}">
                <a16:creationId xmlns:a16="http://schemas.microsoft.com/office/drawing/2014/main" id="{746EDEB4-5094-B9B4-27F8-FA2EC7D44B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7533" y="2286001"/>
            <a:ext cx="3619499" cy="361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668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B2F53-CBAD-2D57-3A7E-115ED6ABB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terminal Commands	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C631-DDD9-F4E2-AEBF-CAAE31D37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874517"/>
            <a:ext cx="10178322" cy="4005075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Show current working directory:</a:t>
            </a:r>
          </a:p>
          <a:p>
            <a:pPr marL="0" indent="0">
              <a:buNone/>
            </a:pPr>
            <a:r>
              <a:rPr lang="en-US" b="1"/>
              <a:t>Windows</a:t>
            </a:r>
            <a:r>
              <a:rPr lang="en-US"/>
              <a:t>: `cd` (without argument)</a:t>
            </a:r>
          </a:p>
          <a:p>
            <a:pPr marL="0" indent="0">
              <a:buNone/>
            </a:pPr>
            <a:r>
              <a:rPr lang="en-US" b="1"/>
              <a:t>Mac/Linux</a:t>
            </a:r>
            <a:r>
              <a:rPr lang="en-US"/>
              <a:t>: `</a:t>
            </a:r>
            <a:r>
              <a:rPr lang="en-US" err="1"/>
              <a:t>pwd</a:t>
            </a:r>
            <a:r>
              <a:rPr lang="en-US"/>
              <a:t>`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Navigates</a:t>
            </a:r>
            <a:r>
              <a:rPr lang="en-US"/>
              <a:t>:</a:t>
            </a:r>
          </a:p>
          <a:p>
            <a:pPr marL="0" indent="0">
              <a:buNone/>
            </a:pPr>
            <a:r>
              <a:rPr lang="en-US"/>
              <a:t>`cd &lt;directory&gt;` - changes to new working directory/folder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Initialize Git:</a:t>
            </a:r>
          </a:p>
          <a:p>
            <a:pPr marL="0" indent="0">
              <a:buNone/>
            </a:pPr>
            <a:r>
              <a:rPr lang="en-US"/>
              <a:t>`git init` - initiate Git repository</a:t>
            </a:r>
          </a:p>
        </p:txBody>
      </p:sp>
    </p:spTree>
    <p:extLst>
      <p:ext uri="{BB962C8B-B14F-4D97-AF65-F5344CB8AC3E}">
        <p14:creationId xmlns:p14="http://schemas.microsoft.com/office/powerpoint/2010/main" val="2533997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F1F67-4247-D66B-CFB6-B21B98C63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Installation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266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DF305F-649A-A4AC-C66B-262F5987E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736A02-BF62-4417-DE7E-7F342A435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>
            <a:normAutofit/>
          </a:bodyPr>
          <a:lstStyle/>
          <a:p>
            <a:r>
              <a:rPr lang="en-US"/>
              <a:t>Installing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78A6B-60FA-4365-434B-2C91AF6AE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5984274" cy="3593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Install Git:</a:t>
            </a: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- Visit: </a:t>
            </a:r>
            <a:r>
              <a:rPr lang="en-US" b="1">
                <a:solidFill>
                  <a:schemeClr val="tx1"/>
                </a:solidFill>
              </a:rPr>
              <a:t>https://git-scm.com </a:t>
            </a: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- Download Git Executable file for windows operating system</a:t>
            </a:r>
            <a:r>
              <a:rPr lang="en-US" b="1">
                <a:solidFill>
                  <a:schemeClr val="tx1"/>
                </a:solidFill>
              </a:rPr>
              <a:t>: https://git-scm.com/install/windows</a:t>
            </a: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- Follow the installation wizard</a:t>
            </a:r>
          </a:p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39" name="Graphic 38" descr="Download">
            <a:extLst>
              <a:ext uri="{FF2B5EF4-FFF2-40B4-BE49-F238E27FC236}">
                <a16:creationId xmlns:a16="http://schemas.microsoft.com/office/drawing/2014/main" id="{5A8CEF1E-F5C1-8E65-7814-9F9DE3F70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7533" y="2286001"/>
            <a:ext cx="3619499" cy="361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070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6">
            <a:extLst>
              <a:ext uri="{FF2B5EF4-FFF2-40B4-BE49-F238E27FC236}">
                <a16:creationId xmlns:a16="http://schemas.microsoft.com/office/drawing/2014/main" id="{B217C2AD-51B4-40CE-A71F-F5D3F846D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F1BF92E-23CF-4BFE-9E1F-C359BACFA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33DFEFC0-99B4-4D27-9168-1B2F659A3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2C20081-2005-4B05-BEA4-EB8D4C90A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0708"/>
            <a:ext cx="12192000" cy="1787292"/>
          </a:xfrm>
          <a:custGeom>
            <a:avLst/>
            <a:gdLst>
              <a:gd name="connsiteX0" fmla="*/ 619389 w 12192000"/>
              <a:gd name="connsiteY0" fmla="*/ 0 h 1787292"/>
              <a:gd name="connsiteX1" fmla="*/ 687652 w 12192000"/>
              <a:gd name="connsiteY1" fmla="*/ 3175 h 1787292"/>
              <a:gd name="connsiteX2" fmla="*/ 747977 w 12192000"/>
              <a:gd name="connsiteY2" fmla="*/ 9525 h 1787292"/>
              <a:gd name="connsiteX3" fmla="*/ 800364 w 12192000"/>
              <a:gd name="connsiteY3" fmla="*/ 20637 h 1787292"/>
              <a:gd name="connsiteX4" fmla="*/ 846402 w 12192000"/>
              <a:gd name="connsiteY4" fmla="*/ 36512 h 1787292"/>
              <a:gd name="connsiteX5" fmla="*/ 887677 w 12192000"/>
              <a:gd name="connsiteY5" fmla="*/ 52387 h 1787292"/>
              <a:gd name="connsiteX6" fmla="*/ 924189 w 12192000"/>
              <a:gd name="connsiteY6" fmla="*/ 68262 h 1787292"/>
              <a:gd name="connsiteX7" fmla="*/ 962289 w 12192000"/>
              <a:gd name="connsiteY7" fmla="*/ 87312 h 1787292"/>
              <a:gd name="connsiteX8" fmla="*/ 1000389 w 12192000"/>
              <a:gd name="connsiteY8" fmla="*/ 106362 h 1787292"/>
              <a:gd name="connsiteX9" fmla="*/ 1036902 w 12192000"/>
              <a:gd name="connsiteY9" fmla="*/ 125412 h 1787292"/>
              <a:gd name="connsiteX10" fmla="*/ 1078177 w 12192000"/>
              <a:gd name="connsiteY10" fmla="*/ 141287 h 1787292"/>
              <a:gd name="connsiteX11" fmla="*/ 1124214 w 12192000"/>
              <a:gd name="connsiteY11" fmla="*/ 155575 h 1787292"/>
              <a:gd name="connsiteX12" fmla="*/ 1176602 w 12192000"/>
              <a:gd name="connsiteY12" fmla="*/ 166687 h 1787292"/>
              <a:gd name="connsiteX13" fmla="*/ 1236927 w 12192000"/>
              <a:gd name="connsiteY13" fmla="*/ 174625 h 1787292"/>
              <a:gd name="connsiteX14" fmla="*/ 1305189 w 12192000"/>
              <a:gd name="connsiteY14" fmla="*/ 176212 h 1787292"/>
              <a:gd name="connsiteX15" fmla="*/ 1373452 w 12192000"/>
              <a:gd name="connsiteY15" fmla="*/ 174625 h 1787292"/>
              <a:gd name="connsiteX16" fmla="*/ 1433777 w 12192000"/>
              <a:gd name="connsiteY16" fmla="*/ 166687 h 1787292"/>
              <a:gd name="connsiteX17" fmla="*/ 1486164 w 12192000"/>
              <a:gd name="connsiteY17" fmla="*/ 155575 h 1787292"/>
              <a:gd name="connsiteX18" fmla="*/ 1532202 w 12192000"/>
              <a:gd name="connsiteY18" fmla="*/ 141287 h 1787292"/>
              <a:gd name="connsiteX19" fmla="*/ 1573477 w 12192000"/>
              <a:gd name="connsiteY19" fmla="*/ 125412 h 1787292"/>
              <a:gd name="connsiteX20" fmla="*/ 1609989 w 12192000"/>
              <a:gd name="connsiteY20" fmla="*/ 106362 h 1787292"/>
              <a:gd name="connsiteX21" fmla="*/ 1648089 w 12192000"/>
              <a:gd name="connsiteY21" fmla="*/ 87312 h 1787292"/>
              <a:gd name="connsiteX22" fmla="*/ 1686189 w 12192000"/>
              <a:gd name="connsiteY22" fmla="*/ 68262 h 1787292"/>
              <a:gd name="connsiteX23" fmla="*/ 1722702 w 12192000"/>
              <a:gd name="connsiteY23" fmla="*/ 52387 h 1787292"/>
              <a:gd name="connsiteX24" fmla="*/ 1763977 w 12192000"/>
              <a:gd name="connsiteY24" fmla="*/ 36512 h 1787292"/>
              <a:gd name="connsiteX25" fmla="*/ 1810014 w 12192000"/>
              <a:gd name="connsiteY25" fmla="*/ 20637 h 1787292"/>
              <a:gd name="connsiteX26" fmla="*/ 1862402 w 12192000"/>
              <a:gd name="connsiteY26" fmla="*/ 9525 h 1787292"/>
              <a:gd name="connsiteX27" fmla="*/ 1922727 w 12192000"/>
              <a:gd name="connsiteY27" fmla="*/ 3175 h 1787292"/>
              <a:gd name="connsiteX28" fmla="*/ 1990989 w 12192000"/>
              <a:gd name="connsiteY28" fmla="*/ 0 h 1787292"/>
              <a:gd name="connsiteX29" fmla="*/ 2059252 w 12192000"/>
              <a:gd name="connsiteY29" fmla="*/ 3175 h 1787292"/>
              <a:gd name="connsiteX30" fmla="*/ 2119577 w 12192000"/>
              <a:gd name="connsiteY30" fmla="*/ 9525 h 1787292"/>
              <a:gd name="connsiteX31" fmla="*/ 2171964 w 12192000"/>
              <a:gd name="connsiteY31" fmla="*/ 20637 h 1787292"/>
              <a:gd name="connsiteX32" fmla="*/ 2218002 w 12192000"/>
              <a:gd name="connsiteY32" fmla="*/ 36512 h 1787292"/>
              <a:gd name="connsiteX33" fmla="*/ 2259277 w 12192000"/>
              <a:gd name="connsiteY33" fmla="*/ 52387 h 1787292"/>
              <a:gd name="connsiteX34" fmla="*/ 2295789 w 12192000"/>
              <a:gd name="connsiteY34" fmla="*/ 68262 h 1787292"/>
              <a:gd name="connsiteX35" fmla="*/ 2333889 w 12192000"/>
              <a:gd name="connsiteY35" fmla="*/ 87312 h 1787292"/>
              <a:gd name="connsiteX36" fmla="*/ 2371989 w 12192000"/>
              <a:gd name="connsiteY36" fmla="*/ 106362 h 1787292"/>
              <a:gd name="connsiteX37" fmla="*/ 2408502 w 12192000"/>
              <a:gd name="connsiteY37" fmla="*/ 125412 h 1787292"/>
              <a:gd name="connsiteX38" fmla="*/ 2449777 w 12192000"/>
              <a:gd name="connsiteY38" fmla="*/ 141287 h 1787292"/>
              <a:gd name="connsiteX39" fmla="*/ 2495814 w 12192000"/>
              <a:gd name="connsiteY39" fmla="*/ 155575 h 1787292"/>
              <a:gd name="connsiteX40" fmla="*/ 2548202 w 12192000"/>
              <a:gd name="connsiteY40" fmla="*/ 166687 h 1787292"/>
              <a:gd name="connsiteX41" fmla="*/ 2608527 w 12192000"/>
              <a:gd name="connsiteY41" fmla="*/ 174625 h 1787292"/>
              <a:gd name="connsiteX42" fmla="*/ 2676789 w 12192000"/>
              <a:gd name="connsiteY42" fmla="*/ 176212 h 1787292"/>
              <a:gd name="connsiteX43" fmla="*/ 2745052 w 12192000"/>
              <a:gd name="connsiteY43" fmla="*/ 174625 h 1787292"/>
              <a:gd name="connsiteX44" fmla="*/ 2805377 w 12192000"/>
              <a:gd name="connsiteY44" fmla="*/ 166687 h 1787292"/>
              <a:gd name="connsiteX45" fmla="*/ 2857764 w 12192000"/>
              <a:gd name="connsiteY45" fmla="*/ 155575 h 1787292"/>
              <a:gd name="connsiteX46" fmla="*/ 2903802 w 12192000"/>
              <a:gd name="connsiteY46" fmla="*/ 141287 h 1787292"/>
              <a:gd name="connsiteX47" fmla="*/ 2945077 w 12192000"/>
              <a:gd name="connsiteY47" fmla="*/ 125412 h 1787292"/>
              <a:gd name="connsiteX48" fmla="*/ 2981589 w 12192000"/>
              <a:gd name="connsiteY48" fmla="*/ 106362 h 1787292"/>
              <a:gd name="connsiteX49" fmla="*/ 3019689 w 12192000"/>
              <a:gd name="connsiteY49" fmla="*/ 87312 h 1787292"/>
              <a:gd name="connsiteX50" fmla="*/ 3057789 w 12192000"/>
              <a:gd name="connsiteY50" fmla="*/ 68262 h 1787292"/>
              <a:gd name="connsiteX51" fmla="*/ 3094302 w 12192000"/>
              <a:gd name="connsiteY51" fmla="*/ 52387 h 1787292"/>
              <a:gd name="connsiteX52" fmla="*/ 3135577 w 12192000"/>
              <a:gd name="connsiteY52" fmla="*/ 36512 h 1787292"/>
              <a:gd name="connsiteX53" fmla="*/ 3181614 w 12192000"/>
              <a:gd name="connsiteY53" fmla="*/ 20637 h 1787292"/>
              <a:gd name="connsiteX54" fmla="*/ 3234002 w 12192000"/>
              <a:gd name="connsiteY54" fmla="*/ 9525 h 1787292"/>
              <a:gd name="connsiteX55" fmla="*/ 3294327 w 12192000"/>
              <a:gd name="connsiteY55" fmla="*/ 3175 h 1787292"/>
              <a:gd name="connsiteX56" fmla="*/ 3361002 w 12192000"/>
              <a:gd name="connsiteY56" fmla="*/ 0 h 1787292"/>
              <a:gd name="connsiteX57" fmla="*/ 3430852 w 12192000"/>
              <a:gd name="connsiteY57" fmla="*/ 3175 h 1787292"/>
              <a:gd name="connsiteX58" fmla="*/ 3491177 w 12192000"/>
              <a:gd name="connsiteY58" fmla="*/ 9525 h 1787292"/>
              <a:gd name="connsiteX59" fmla="*/ 3543564 w 12192000"/>
              <a:gd name="connsiteY59" fmla="*/ 20637 h 1787292"/>
              <a:gd name="connsiteX60" fmla="*/ 3589602 w 12192000"/>
              <a:gd name="connsiteY60" fmla="*/ 36512 h 1787292"/>
              <a:gd name="connsiteX61" fmla="*/ 3630877 w 12192000"/>
              <a:gd name="connsiteY61" fmla="*/ 52387 h 1787292"/>
              <a:gd name="connsiteX62" fmla="*/ 3667389 w 12192000"/>
              <a:gd name="connsiteY62" fmla="*/ 68262 h 1787292"/>
              <a:gd name="connsiteX63" fmla="*/ 3705489 w 12192000"/>
              <a:gd name="connsiteY63" fmla="*/ 87312 h 1787292"/>
              <a:gd name="connsiteX64" fmla="*/ 3743589 w 12192000"/>
              <a:gd name="connsiteY64" fmla="*/ 106362 h 1787292"/>
              <a:gd name="connsiteX65" fmla="*/ 3780102 w 12192000"/>
              <a:gd name="connsiteY65" fmla="*/ 125412 h 1787292"/>
              <a:gd name="connsiteX66" fmla="*/ 3821377 w 12192000"/>
              <a:gd name="connsiteY66" fmla="*/ 141287 h 1787292"/>
              <a:gd name="connsiteX67" fmla="*/ 3867414 w 12192000"/>
              <a:gd name="connsiteY67" fmla="*/ 155575 h 1787292"/>
              <a:gd name="connsiteX68" fmla="*/ 3919802 w 12192000"/>
              <a:gd name="connsiteY68" fmla="*/ 166687 h 1787292"/>
              <a:gd name="connsiteX69" fmla="*/ 3980127 w 12192000"/>
              <a:gd name="connsiteY69" fmla="*/ 174625 h 1787292"/>
              <a:gd name="connsiteX70" fmla="*/ 4048389 w 12192000"/>
              <a:gd name="connsiteY70" fmla="*/ 176212 h 1787292"/>
              <a:gd name="connsiteX71" fmla="*/ 4116652 w 12192000"/>
              <a:gd name="connsiteY71" fmla="*/ 174625 h 1787292"/>
              <a:gd name="connsiteX72" fmla="*/ 4176977 w 12192000"/>
              <a:gd name="connsiteY72" fmla="*/ 166687 h 1787292"/>
              <a:gd name="connsiteX73" fmla="*/ 4229364 w 12192000"/>
              <a:gd name="connsiteY73" fmla="*/ 155575 h 1787292"/>
              <a:gd name="connsiteX74" fmla="*/ 4275402 w 12192000"/>
              <a:gd name="connsiteY74" fmla="*/ 141287 h 1787292"/>
              <a:gd name="connsiteX75" fmla="*/ 4316677 w 12192000"/>
              <a:gd name="connsiteY75" fmla="*/ 125412 h 1787292"/>
              <a:gd name="connsiteX76" fmla="*/ 4353189 w 12192000"/>
              <a:gd name="connsiteY76" fmla="*/ 106362 h 1787292"/>
              <a:gd name="connsiteX77" fmla="*/ 4429389 w 12192000"/>
              <a:gd name="connsiteY77" fmla="*/ 68262 h 1787292"/>
              <a:gd name="connsiteX78" fmla="*/ 4465902 w 12192000"/>
              <a:gd name="connsiteY78" fmla="*/ 52387 h 1787292"/>
              <a:gd name="connsiteX79" fmla="*/ 4507177 w 12192000"/>
              <a:gd name="connsiteY79" fmla="*/ 36512 h 1787292"/>
              <a:gd name="connsiteX80" fmla="*/ 4553214 w 12192000"/>
              <a:gd name="connsiteY80" fmla="*/ 20637 h 1787292"/>
              <a:gd name="connsiteX81" fmla="*/ 4605602 w 12192000"/>
              <a:gd name="connsiteY81" fmla="*/ 9525 h 1787292"/>
              <a:gd name="connsiteX82" fmla="*/ 4665928 w 12192000"/>
              <a:gd name="connsiteY82" fmla="*/ 3175 h 1787292"/>
              <a:gd name="connsiteX83" fmla="*/ 4734189 w 12192000"/>
              <a:gd name="connsiteY83" fmla="*/ 0 h 1787292"/>
              <a:gd name="connsiteX84" fmla="*/ 4802453 w 12192000"/>
              <a:gd name="connsiteY84" fmla="*/ 3175 h 1787292"/>
              <a:gd name="connsiteX85" fmla="*/ 4862777 w 12192000"/>
              <a:gd name="connsiteY85" fmla="*/ 9525 h 1787292"/>
              <a:gd name="connsiteX86" fmla="*/ 4915165 w 12192000"/>
              <a:gd name="connsiteY86" fmla="*/ 20637 h 1787292"/>
              <a:gd name="connsiteX87" fmla="*/ 4961201 w 12192000"/>
              <a:gd name="connsiteY87" fmla="*/ 36512 h 1787292"/>
              <a:gd name="connsiteX88" fmla="*/ 5002476 w 12192000"/>
              <a:gd name="connsiteY88" fmla="*/ 52387 h 1787292"/>
              <a:gd name="connsiteX89" fmla="*/ 5038989 w 12192000"/>
              <a:gd name="connsiteY89" fmla="*/ 68262 h 1787292"/>
              <a:gd name="connsiteX90" fmla="*/ 5077089 w 12192000"/>
              <a:gd name="connsiteY90" fmla="*/ 87312 h 1787292"/>
              <a:gd name="connsiteX91" fmla="*/ 5115189 w 12192000"/>
              <a:gd name="connsiteY91" fmla="*/ 106362 h 1787292"/>
              <a:gd name="connsiteX92" fmla="*/ 5151701 w 12192000"/>
              <a:gd name="connsiteY92" fmla="*/ 125412 h 1787292"/>
              <a:gd name="connsiteX93" fmla="*/ 5192976 w 12192000"/>
              <a:gd name="connsiteY93" fmla="*/ 141287 h 1787292"/>
              <a:gd name="connsiteX94" fmla="*/ 5239014 w 12192000"/>
              <a:gd name="connsiteY94" fmla="*/ 155575 h 1787292"/>
              <a:gd name="connsiteX95" fmla="*/ 5291401 w 12192000"/>
              <a:gd name="connsiteY95" fmla="*/ 166687 h 1787292"/>
              <a:gd name="connsiteX96" fmla="*/ 5351727 w 12192000"/>
              <a:gd name="connsiteY96" fmla="*/ 174625 h 1787292"/>
              <a:gd name="connsiteX97" fmla="*/ 5410199 w 12192000"/>
              <a:gd name="connsiteY97" fmla="*/ 175985 h 1787292"/>
              <a:gd name="connsiteX98" fmla="*/ 5468671 w 12192000"/>
              <a:gd name="connsiteY98" fmla="*/ 174625 h 1787292"/>
              <a:gd name="connsiteX99" fmla="*/ 5528996 w 12192000"/>
              <a:gd name="connsiteY99" fmla="*/ 166687 h 1787292"/>
              <a:gd name="connsiteX100" fmla="*/ 5581383 w 12192000"/>
              <a:gd name="connsiteY100" fmla="*/ 155575 h 1787292"/>
              <a:gd name="connsiteX101" fmla="*/ 5627421 w 12192000"/>
              <a:gd name="connsiteY101" fmla="*/ 141287 h 1787292"/>
              <a:gd name="connsiteX102" fmla="*/ 5668696 w 12192000"/>
              <a:gd name="connsiteY102" fmla="*/ 125412 h 1787292"/>
              <a:gd name="connsiteX103" fmla="*/ 5705209 w 12192000"/>
              <a:gd name="connsiteY103" fmla="*/ 106362 h 1787292"/>
              <a:gd name="connsiteX104" fmla="*/ 5743308 w 12192000"/>
              <a:gd name="connsiteY104" fmla="*/ 87312 h 1787292"/>
              <a:gd name="connsiteX105" fmla="*/ 5781408 w 12192000"/>
              <a:gd name="connsiteY105" fmla="*/ 68262 h 1787292"/>
              <a:gd name="connsiteX106" fmla="*/ 5817921 w 12192000"/>
              <a:gd name="connsiteY106" fmla="*/ 52387 h 1787292"/>
              <a:gd name="connsiteX107" fmla="*/ 5859196 w 12192000"/>
              <a:gd name="connsiteY107" fmla="*/ 36512 h 1787292"/>
              <a:gd name="connsiteX108" fmla="*/ 5905234 w 12192000"/>
              <a:gd name="connsiteY108" fmla="*/ 20637 h 1787292"/>
              <a:gd name="connsiteX109" fmla="*/ 5957621 w 12192000"/>
              <a:gd name="connsiteY109" fmla="*/ 9525 h 1787292"/>
              <a:gd name="connsiteX110" fmla="*/ 6017947 w 12192000"/>
              <a:gd name="connsiteY110" fmla="*/ 3175 h 1787292"/>
              <a:gd name="connsiteX111" fmla="*/ 6086208 w 12192000"/>
              <a:gd name="connsiteY111" fmla="*/ 0 h 1787292"/>
              <a:gd name="connsiteX112" fmla="*/ 6095999 w 12192000"/>
              <a:gd name="connsiteY112" fmla="*/ 455 h 1787292"/>
              <a:gd name="connsiteX113" fmla="*/ 6105789 w 12192000"/>
              <a:gd name="connsiteY113" fmla="*/ 0 h 1787292"/>
              <a:gd name="connsiteX114" fmla="*/ 6174052 w 12192000"/>
              <a:gd name="connsiteY114" fmla="*/ 3175 h 1787292"/>
              <a:gd name="connsiteX115" fmla="*/ 6234377 w 12192000"/>
              <a:gd name="connsiteY115" fmla="*/ 9525 h 1787292"/>
              <a:gd name="connsiteX116" fmla="*/ 6286764 w 12192000"/>
              <a:gd name="connsiteY116" fmla="*/ 20637 h 1787292"/>
              <a:gd name="connsiteX117" fmla="*/ 6332802 w 12192000"/>
              <a:gd name="connsiteY117" fmla="*/ 36512 h 1787292"/>
              <a:gd name="connsiteX118" fmla="*/ 6374077 w 12192000"/>
              <a:gd name="connsiteY118" fmla="*/ 52387 h 1787292"/>
              <a:gd name="connsiteX119" fmla="*/ 6410589 w 12192000"/>
              <a:gd name="connsiteY119" fmla="*/ 68262 h 1787292"/>
              <a:gd name="connsiteX120" fmla="*/ 6448689 w 12192000"/>
              <a:gd name="connsiteY120" fmla="*/ 87312 h 1787292"/>
              <a:gd name="connsiteX121" fmla="*/ 6486789 w 12192000"/>
              <a:gd name="connsiteY121" fmla="*/ 106362 h 1787292"/>
              <a:gd name="connsiteX122" fmla="*/ 6523302 w 12192000"/>
              <a:gd name="connsiteY122" fmla="*/ 125412 h 1787292"/>
              <a:gd name="connsiteX123" fmla="*/ 6564577 w 12192000"/>
              <a:gd name="connsiteY123" fmla="*/ 141287 h 1787292"/>
              <a:gd name="connsiteX124" fmla="*/ 6610614 w 12192000"/>
              <a:gd name="connsiteY124" fmla="*/ 155575 h 1787292"/>
              <a:gd name="connsiteX125" fmla="*/ 6663002 w 12192000"/>
              <a:gd name="connsiteY125" fmla="*/ 166687 h 1787292"/>
              <a:gd name="connsiteX126" fmla="*/ 6723327 w 12192000"/>
              <a:gd name="connsiteY126" fmla="*/ 174625 h 1787292"/>
              <a:gd name="connsiteX127" fmla="*/ 6781799 w 12192000"/>
              <a:gd name="connsiteY127" fmla="*/ 175985 h 1787292"/>
              <a:gd name="connsiteX128" fmla="*/ 6840271 w 12192000"/>
              <a:gd name="connsiteY128" fmla="*/ 174625 h 1787292"/>
              <a:gd name="connsiteX129" fmla="*/ 6900596 w 12192000"/>
              <a:gd name="connsiteY129" fmla="*/ 166687 h 1787292"/>
              <a:gd name="connsiteX130" fmla="*/ 6952983 w 12192000"/>
              <a:gd name="connsiteY130" fmla="*/ 155575 h 1787292"/>
              <a:gd name="connsiteX131" fmla="*/ 6999021 w 12192000"/>
              <a:gd name="connsiteY131" fmla="*/ 141287 h 1787292"/>
              <a:gd name="connsiteX132" fmla="*/ 7040296 w 12192000"/>
              <a:gd name="connsiteY132" fmla="*/ 125412 h 1787292"/>
              <a:gd name="connsiteX133" fmla="*/ 7076808 w 12192000"/>
              <a:gd name="connsiteY133" fmla="*/ 106362 h 1787292"/>
              <a:gd name="connsiteX134" fmla="*/ 7114908 w 12192000"/>
              <a:gd name="connsiteY134" fmla="*/ 87312 h 1787292"/>
              <a:gd name="connsiteX135" fmla="*/ 7153008 w 12192000"/>
              <a:gd name="connsiteY135" fmla="*/ 68262 h 1787292"/>
              <a:gd name="connsiteX136" fmla="*/ 7189521 w 12192000"/>
              <a:gd name="connsiteY136" fmla="*/ 52387 h 1787292"/>
              <a:gd name="connsiteX137" fmla="*/ 7230796 w 12192000"/>
              <a:gd name="connsiteY137" fmla="*/ 36512 h 1787292"/>
              <a:gd name="connsiteX138" fmla="*/ 7276833 w 12192000"/>
              <a:gd name="connsiteY138" fmla="*/ 20637 h 1787292"/>
              <a:gd name="connsiteX139" fmla="*/ 7329221 w 12192000"/>
              <a:gd name="connsiteY139" fmla="*/ 9525 h 1787292"/>
              <a:gd name="connsiteX140" fmla="*/ 7389546 w 12192000"/>
              <a:gd name="connsiteY140" fmla="*/ 3175 h 1787292"/>
              <a:gd name="connsiteX141" fmla="*/ 7457808 w 12192000"/>
              <a:gd name="connsiteY141" fmla="*/ 0 h 1787292"/>
              <a:gd name="connsiteX142" fmla="*/ 7526071 w 12192000"/>
              <a:gd name="connsiteY142" fmla="*/ 3175 h 1787292"/>
              <a:gd name="connsiteX143" fmla="*/ 7586396 w 12192000"/>
              <a:gd name="connsiteY143" fmla="*/ 9525 h 1787292"/>
              <a:gd name="connsiteX144" fmla="*/ 7638783 w 12192000"/>
              <a:gd name="connsiteY144" fmla="*/ 20637 h 1787292"/>
              <a:gd name="connsiteX145" fmla="*/ 7684821 w 12192000"/>
              <a:gd name="connsiteY145" fmla="*/ 36512 h 1787292"/>
              <a:gd name="connsiteX146" fmla="*/ 7726096 w 12192000"/>
              <a:gd name="connsiteY146" fmla="*/ 52387 h 1787292"/>
              <a:gd name="connsiteX147" fmla="*/ 7762608 w 12192000"/>
              <a:gd name="connsiteY147" fmla="*/ 68262 h 1787292"/>
              <a:gd name="connsiteX148" fmla="*/ 7800708 w 12192000"/>
              <a:gd name="connsiteY148" fmla="*/ 87312 h 1787292"/>
              <a:gd name="connsiteX149" fmla="*/ 7838808 w 12192000"/>
              <a:gd name="connsiteY149" fmla="*/ 106362 h 1787292"/>
              <a:gd name="connsiteX150" fmla="*/ 7875321 w 12192000"/>
              <a:gd name="connsiteY150" fmla="*/ 125412 h 1787292"/>
              <a:gd name="connsiteX151" fmla="*/ 7916596 w 12192000"/>
              <a:gd name="connsiteY151" fmla="*/ 141287 h 1787292"/>
              <a:gd name="connsiteX152" fmla="*/ 7962633 w 12192000"/>
              <a:gd name="connsiteY152" fmla="*/ 155575 h 1787292"/>
              <a:gd name="connsiteX153" fmla="*/ 8015021 w 12192000"/>
              <a:gd name="connsiteY153" fmla="*/ 166687 h 1787292"/>
              <a:gd name="connsiteX154" fmla="*/ 8075346 w 12192000"/>
              <a:gd name="connsiteY154" fmla="*/ 174625 h 1787292"/>
              <a:gd name="connsiteX155" fmla="*/ 8143608 w 12192000"/>
              <a:gd name="connsiteY155" fmla="*/ 176212 h 1787292"/>
              <a:gd name="connsiteX156" fmla="*/ 8211871 w 12192000"/>
              <a:gd name="connsiteY156" fmla="*/ 174625 h 1787292"/>
              <a:gd name="connsiteX157" fmla="*/ 8272196 w 12192000"/>
              <a:gd name="connsiteY157" fmla="*/ 166687 h 1787292"/>
              <a:gd name="connsiteX158" fmla="*/ 8324583 w 12192000"/>
              <a:gd name="connsiteY158" fmla="*/ 155575 h 1787292"/>
              <a:gd name="connsiteX159" fmla="*/ 8370621 w 12192000"/>
              <a:gd name="connsiteY159" fmla="*/ 141287 h 1787292"/>
              <a:gd name="connsiteX160" fmla="*/ 8411896 w 12192000"/>
              <a:gd name="connsiteY160" fmla="*/ 125412 h 1787292"/>
              <a:gd name="connsiteX161" fmla="*/ 8448408 w 12192000"/>
              <a:gd name="connsiteY161" fmla="*/ 106362 h 1787292"/>
              <a:gd name="connsiteX162" fmla="*/ 8486508 w 12192000"/>
              <a:gd name="connsiteY162" fmla="*/ 87312 h 1787292"/>
              <a:gd name="connsiteX163" fmla="*/ 8524608 w 12192000"/>
              <a:gd name="connsiteY163" fmla="*/ 68262 h 1787292"/>
              <a:gd name="connsiteX164" fmla="*/ 8561120 w 12192000"/>
              <a:gd name="connsiteY164" fmla="*/ 52387 h 1787292"/>
              <a:gd name="connsiteX165" fmla="*/ 8602396 w 12192000"/>
              <a:gd name="connsiteY165" fmla="*/ 36512 h 1787292"/>
              <a:gd name="connsiteX166" fmla="*/ 8648432 w 12192000"/>
              <a:gd name="connsiteY166" fmla="*/ 20637 h 1787292"/>
              <a:gd name="connsiteX167" fmla="*/ 8700820 w 12192000"/>
              <a:gd name="connsiteY167" fmla="*/ 9525 h 1787292"/>
              <a:gd name="connsiteX168" fmla="*/ 8761146 w 12192000"/>
              <a:gd name="connsiteY168" fmla="*/ 3175 h 1787292"/>
              <a:gd name="connsiteX169" fmla="*/ 8827820 w 12192000"/>
              <a:gd name="connsiteY169" fmla="*/ 0 h 1787292"/>
              <a:gd name="connsiteX170" fmla="*/ 8897670 w 12192000"/>
              <a:gd name="connsiteY170" fmla="*/ 3175 h 1787292"/>
              <a:gd name="connsiteX171" fmla="*/ 8957996 w 12192000"/>
              <a:gd name="connsiteY171" fmla="*/ 9525 h 1787292"/>
              <a:gd name="connsiteX172" fmla="*/ 9010382 w 12192000"/>
              <a:gd name="connsiteY172" fmla="*/ 20637 h 1787292"/>
              <a:gd name="connsiteX173" fmla="*/ 9056420 w 12192000"/>
              <a:gd name="connsiteY173" fmla="*/ 36512 h 1787292"/>
              <a:gd name="connsiteX174" fmla="*/ 9097696 w 12192000"/>
              <a:gd name="connsiteY174" fmla="*/ 52387 h 1787292"/>
              <a:gd name="connsiteX175" fmla="*/ 9134208 w 12192000"/>
              <a:gd name="connsiteY175" fmla="*/ 68262 h 1787292"/>
              <a:gd name="connsiteX176" fmla="*/ 9172308 w 12192000"/>
              <a:gd name="connsiteY176" fmla="*/ 87312 h 1787292"/>
              <a:gd name="connsiteX177" fmla="*/ 9210408 w 12192000"/>
              <a:gd name="connsiteY177" fmla="*/ 106362 h 1787292"/>
              <a:gd name="connsiteX178" fmla="*/ 9246920 w 12192000"/>
              <a:gd name="connsiteY178" fmla="*/ 125412 h 1787292"/>
              <a:gd name="connsiteX179" fmla="*/ 9288196 w 12192000"/>
              <a:gd name="connsiteY179" fmla="*/ 141287 h 1787292"/>
              <a:gd name="connsiteX180" fmla="*/ 9334232 w 12192000"/>
              <a:gd name="connsiteY180" fmla="*/ 155575 h 1787292"/>
              <a:gd name="connsiteX181" fmla="*/ 9386620 w 12192000"/>
              <a:gd name="connsiteY181" fmla="*/ 166687 h 1787292"/>
              <a:gd name="connsiteX182" fmla="*/ 9446946 w 12192000"/>
              <a:gd name="connsiteY182" fmla="*/ 174625 h 1787292"/>
              <a:gd name="connsiteX183" fmla="*/ 9515208 w 12192000"/>
              <a:gd name="connsiteY183" fmla="*/ 176212 h 1787292"/>
              <a:gd name="connsiteX184" fmla="*/ 9583470 w 12192000"/>
              <a:gd name="connsiteY184" fmla="*/ 174625 h 1787292"/>
              <a:gd name="connsiteX185" fmla="*/ 9643796 w 12192000"/>
              <a:gd name="connsiteY185" fmla="*/ 166687 h 1787292"/>
              <a:gd name="connsiteX186" fmla="*/ 9696182 w 12192000"/>
              <a:gd name="connsiteY186" fmla="*/ 155575 h 1787292"/>
              <a:gd name="connsiteX187" fmla="*/ 9742220 w 12192000"/>
              <a:gd name="connsiteY187" fmla="*/ 141287 h 1787292"/>
              <a:gd name="connsiteX188" fmla="*/ 9783496 w 12192000"/>
              <a:gd name="connsiteY188" fmla="*/ 125412 h 1787292"/>
              <a:gd name="connsiteX189" fmla="*/ 9820008 w 12192000"/>
              <a:gd name="connsiteY189" fmla="*/ 106362 h 1787292"/>
              <a:gd name="connsiteX190" fmla="*/ 9896208 w 12192000"/>
              <a:gd name="connsiteY190" fmla="*/ 68262 h 1787292"/>
              <a:gd name="connsiteX191" fmla="*/ 9932720 w 12192000"/>
              <a:gd name="connsiteY191" fmla="*/ 52387 h 1787292"/>
              <a:gd name="connsiteX192" fmla="*/ 9973996 w 12192000"/>
              <a:gd name="connsiteY192" fmla="*/ 36512 h 1787292"/>
              <a:gd name="connsiteX193" fmla="*/ 10020032 w 12192000"/>
              <a:gd name="connsiteY193" fmla="*/ 20637 h 1787292"/>
              <a:gd name="connsiteX194" fmla="*/ 10072420 w 12192000"/>
              <a:gd name="connsiteY194" fmla="*/ 9525 h 1787292"/>
              <a:gd name="connsiteX195" fmla="*/ 10132746 w 12192000"/>
              <a:gd name="connsiteY195" fmla="*/ 3175 h 1787292"/>
              <a:gd name="connsiteX196" fmla="*/ 10201008 w 12192000"/>
              <a:gd name="connsiteY196" fmla="*/ 0 h 1787292"/>
              <a:gd name="connsiteX197" fmla="*/ 10269270 w 12192000"/>
              <a:gd name="connsiteY197" fmla="*/ 3175 h 1787292"/>
              <a:gd name="connsiteX198" fmla="*/ 10329596 w 12192000"/>
              <a:gd name="connsiteY198" fmla="*/ 9525 h 1787292"/>
              <a:gd name="connsiteX199" fmla="*/ 10381982 w 12192000"/>
              <a:gd name="connsiteY199" fmla="*/ 20637 h 1787292"/>
              <a:gd name="connsiteX200" fmla="*/ 10428020 w 12192000"/>
              <a:gd name="connsiteY200" fmla="*/ 36512 h 1787292"/>
              <a:gd name="connsiteX201" fmla="*/ 10469296 w 12192000"/>
              <a:gd name="connsiteY201" fmla="*/ 52387 h 1787292"/>
              <a:gd name="connsiteX202" fmla="*/ 10505808 w 12192000"/>
              <a:gd name="connsiteY202" fmla="*/ 68262 h 1787292"/>
              <a:gd name="connsiteX203" fmla="*/ 10543908 w 12192000"/>
              <a:gd name="connsiteY203" fmla="*/ 87312 h 1787292"/>
              <a:gd name="connsiteX204" fmla="*/ 10582008 w 12192000"/>
              <a:gd name="connsiteY204" fmla="*/ 106362 h 1787292"/>
              <a:gd name="connsiteX205" fmla="*/ 10618520 w 12192000"/>
              <a:gd name="connsiteY205" fmla="*/ 125412 h 1787292"/>
              <a:gd name="connsiteX206" fmla="*/ 10659796 w 12192000"/>
              <a:gd name="connsiteY206" fmla="*/ 141287 h 1787292"/>
              <a:gd name="connsiteX207" fmla="*/ 10705832 w 12192000"/>
              <a:gd name="connsiteY207" fmla="*/ 155575 h 1787292"/>
              <a:gd name="connsiteX208" fmla="*/ 10758220 w 12192000"/>
              <a:gd name="connsiteY208" fmla="*/ 166687 h 1787292"/>
              <a:gd name="connsiteX209" fmla="*/ 10818546 w 12192000"/>
              <a:gd name="connsiteY209" fmla="*/ 174625 h 1787292"/>
              <a:gd name="connsiteX210" fmla="*/ 10886808 w 12192000"/>
              <a:gd name="connsiteY210" fmla="*/ 176212 h 1787292"/>
              <a:gd name="connsiteX211" fmla="*/ 10955070 w 12192000"/>
              <a:gd name="connsiteY211" fmla="*/ 174625 h 1787292"/>
              <a:gd name="connsiteX212" fmla="*/ 11015396 w 12192000"/>
              <a:gd name="connsiteY212" fmla="*/ 166687 h 1787292"/>
              <a:gd name="connsiteX213" fmla="*/ 11067782 w 12192000"/>
              <a:gd name="connsiteY213" fmla="*/ 155575 h 1787292"/>
              <a:gd name="connsiteX214" fmla="*/ 11113820 w 12192000"/>
              <a:gd name="connsiteY214" fmla="*/ 141287 h 1787292"/>
              <a:gd name="connsiteX215" fmla="*/ 11155096 w 12192000"/>
              <a:gd name="connsiteY215" fmla="*/ 125412 h 1787292"/>
              <a:gd name="connsiteX216" fmla="*/ 11191608 w 12192000"/>
              <a:gd name="connsiteY216" fmla="*/ 106362 h 1787292"/>
              <a:gd name="connsiteX217" fmla="*/ 11229708 w 12192000"/>
              <a:gd name="connsiteY217" fmla="*/ 87312 h 1787292"/>
              <a:gd name="connsiteX218" fmla="*/ 11267808 w 12192000"/>
              <a:gd name="connsiteY218" fmla="*/ 68262 h 1787292"/>
              <a:gd name="connsiteX219" fmla="*/ 11304320 w 12192000"/>
              <a:gd name="connsiteY219" fmla="*/ 52387 h 1787292"/>
              <a:gd name="connsiteX220" fmla="*/ 11345596 w 12192000"/>
              <a:gd name="connsiteY220" fmla="*/ 36512 h 1787292"/>
              <a:gd name="connsiteX221" fmla="*/ 11391632 w 12192000"/>
              <a:gd name="connsiteY221" fmla="*/ 20637 h 1787292"/>
              <a:gd name="connsiteX222" fmla="*/ 11444020 w 12192000"/>
              <a:gd name="connsiteY222" fmla="*/ 9525 h 1787292"/>
              <a:gd name="connsiteX223" fmla="*/ 11504346 w 12192000"/>
              <a:gd name="connsiteY223" fmla="*/ 3175 h 1787292"/>
              <a:gd name="connsiteX224" fmla="*/ 11572608 w 12192000"/>
              <a:gd name="connsiteY224" fmla="*/ 0 h 1787292"/>
              <a:gd name="connsiteX225" fmla="*/ 11640870 w 12192000"/>
              <a:gd name="connsiteY225" fmla="*/ 3175 h 1787292"/>
              <a:gd name="connsiteX226" fmla="*/ 11701196 w 12192000"/>
              <a:gd name="connsiteY226" fmla="*/ 9525 h 1787292"/>
              <a:gd name="connsiteX227" fmla="*/ 11753582 w 12192000"/>
              <a:gd name="connsiteY227" fmla="*/ 20637 h 1787292"/>
              <a:gd name="connsiteX228" fmla="*/ 11799620 w 12192000"/>
              <a:gd name="connsiteY228" fmla="*/ 36512 h 1787292"/>
              <a:gd name="connsiteX229" fmla="*/ 11840896 w 12192000"/>
              <a:gd name="connsiteY229" fmla="*/ 52387 h 1787292"/>
              <a:gd name="connsiteX230" fmla="*/ 11877408 w 12192000"/>
              <a:gd name="connsiteY230" fmla="*/ 68262 h 1787292"/>
              <a:gd name="connsiteX231" fmla="*/ 11915508 w 12192000"/>
              <a:gd name="connsiteY231" fmla="*/ 87312 h 1787292"/>
              <a:gd name="connsiteX232" fmla="*/ 11953608 w 12192000"/>
              <a:gd name="connsiteY232" fmla="*/ 106362 h 1787292"/>
              <a:gd name="connsiteX233" fmla="*/ 11990120 w 12192000"/>
              <a:gd name="connsiteY233" fmla="*/ 125412 h 1787292"/>
              <a:gd name="connsiteX234" fmla="*/ 12031396 w 12192000"/>
              <a:gd name="connsiteY234" fmla="*/ 141287 h 1787292"/>
              <a:gd name="connsiteX235" fmla="*/ 12077432 w 12192000"/>
              <a:gd name="connsiteY235" fmla="*/ 155575 h 1787292"/>
              <a:gd name="connsiteX236" fmla="*/ 12129820 w 12192000"/>
              <a:gd name="connsiteY236" fmla="*/ 166688 h 1787292"/>
              <a:gd name="connsiteX237" fmla="*/ 12190146 w 12192000"/>
              <a:gd name="connsiteY237" fmla="*/ 174625 h 1787292"/>
              <a:gd name="connsiteX238" fmla="*/ 12192000 w 12192000"/>
              <a:gd name="connsiteY238" fmla="*/ 174668 h 1787292"/>
              <a:gd name="connsiteX239" fmla="*/ 12192000 w 12192000"/>
              <a:gd name="connsiteY239" fmla="*/ 885826 h 1787292"/>
              <a:gd name="connsiteX240" fmla="*/ 12192000 w 12192000"/>
              <a:gd name="connsiteY240" fmla="*/ 1787292 h 1787292"/>
              <a:gd name="connsiteX241" fmla="*/ 0 w 12192000"/>
              <a:gd name="connsiteY241" fmla="*/ 1787292 h 1787292"/>
              <a:gd name="connsiteX242" fmla="*/ 0 w 12192000"/>
              <a:gd name="connsiteY242" fmla="*/ 885826 h 1787292"/>
              <a:gd name="connsiteX243" fmla="*/ 0 w 12192000"/>
              <a:gd name="connsiteY243" fmla="*/ 174668 h 1787292"/>
              <a:gd name="connsiteX244" fmla="*/ 1852 w 12192000"/>
              <a:gd name="connsiteY244" fmla="*/ 174625 h 1787292"/>
              <a:gd name="connsiteX245" fmla="*/ 62177 w 12192000"/>
              <a:gd name="connsiteY245" fmla="*/ 166687 h 1787292"/>
              <a:gd name="connsiteX246" fmla="*/ 114564 w 12192000"/>
              <a:gd name="connsiteY246" fmla="*/ 155575 h 1787292"/>
              <a:gd name="connsiteX247" fmla="*/ 160602 w 12192000"/>
              <a:gd name="connsiteY247" fmla="*/ 141287 h 1787292"/>
              <a:gd name="connsiteX248" fmla="*/ 201877 w 12192000"/>
              <a:gd name="connsiteY248" fmla="*/ 125412 h 1787292"/>
              <a:gd name="connsiteX249" fmla="*/ 238389 w 12192000"/>
              <a:gd name="connsiteY249" fmla="*/ 106362 h 1787292"/>
              <a:gd name="connsiteX250" fmla="*/ 276489 w 12192000"/>
              <a:gd name="connsiteY250" fmla="*/ 87312 h 1787292"/>
              <a:gd name="connsiteX251" fmla="*/ 314589 w 12192000"/>
              <a:gd name="connsiteY251" fmla="*/ 68262 h 1787292"/>
              <a:gd name="connsiteX252" fmla="*/ 351102 w 12192000"/>
              <a:gd name="connsiteY252" fmla="*/ 52387 h 1787292"/>
              <a:gd name="connsiteX253" fmla="*/ 392377 w 12192000"/>
              <a:gd name="connsiteY253" fmla="*/ 36512 h 1787292"/>
              <a:gd name="connsiteX254" fmla="*/ 438414 w 12192000"/>
              <a:gd name="connsiteY254" fmla="*/ 20637 h 1787292"/>
              <a:gd name="connsiteX255" fmla="*/ 490802 w 12192000"/>
              <a:gd name="connsiteY255" fmla="*/ 9525 h 1787292"/>
              <a:gd name="connsiteX256" fmla="*/ 551127 w 12192000"/>
              <a:gd name="connsiteY256" fmla="*/ 3175 h 178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C7023B-5B2E-0498-9F1C-73677D53C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523" y="5449151"/>
            <a:ext cx="10318418" cy="5238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400" spc="800">
                <a:solidFill>
                  <a:srgbClr val="2A1A00"/>
                </a:solidFill>
              </a:rPr>
              <a:t>Alternative method to Install GIT on </a:t>
            </a:r>
            <a:r>
              <a:rPr lang="en-US" sz="2400" spc="800" err="1">
                <a:solidFill>
                  <a:srgbClr val="2A1A00"/>
                </a:solidFill>
              </a:rPr>
              <a:t>MAc</a:t>
            </a:r>
            <a:endParaRPr lang="en-US" sz="2400" spc="800">
              <a:solidFill>
                <a:srgbClr val="2A1A00"/>
              </a:solidFill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02D3C56-7394-29AD-B867-BAA258C77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898413"/>
              </p:ext>
            </p:extLst>
          </p:nvPr>
        </p:nvGraphicFramePr>
        <p:xfrm>
          <a:off x="643467" y="852797"/>
          <a:ext cx="10905068" cy="3734607"/>
        </p:xfrm>
        <a:graphic>
          <a:graphicData uri="http://schemas.openxmlformats.org/drawingml/2006/table">
            <a:tbl>
              <a:tblPr firstRow="1" bandRow="1">
                <a:solidFill>
                  <a:srgbClr val="F7F7F7"/>
                </a:solidFill>
              </a:tblPr>
              <a:tblGrid>
                <a:gridCol w="862460">
                  <a:extLst>
                    <a:ext uri="{9D8B030D-6E8A-4147-A177-3AD203B41FA5}">
                      <a16:colId xmlns:a16="http://schemas.microsoft.com/office/drawing/2014/main" val="2405483277"/>
                    </a:ext>
                  </a:extLst>
                </a:gridCol>
                <a:gridCol w="8469476">
                  <a:extLst>
                    <a:ext uri="{9D8B030D-6E8A-4147-A177-3AD203B41FA5}">
                      <a16:colId xmlns:a16="http://schemas.microsoft.com/office/drawing/2014/main" val="1668037973"/>
                    </a:ext>
                  </a:extLst>
                </a:gridCol>
                <a:gridCol w="1573132">
                  <a:extLst>
                    <a:ext uri="{9D8B030D-6E8A-4147-A177-3AD203B41FA5}">
                      <a16:colId xmlns:a16="http://schemas.microsoft.com/office/drawing/2014/main" val="2704298542"/>
                    </a:ext>
                  </a:extLst>
                </a:gridCol>
              </a:tblGrid>
              <a:tr h="517876"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1200"/>
                        </a:spcAft>
                        <a:buNone/>
                      </a:pPr>
                      <a:r>
                        <a:rPr lang="en-US" sz="1300" b="1" i="0" u="none" strike="noStrike" cap="all" spc="6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Step</a:t>
                      </a:r>
                      <a:endParaRPr lang="en-US" sz="1300" b="1" cap="all" spc="6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3854" marR="143854" marT="143854" marB="1438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1200"/>
                        </a:spcAft>
                        <a:buNone/>
                      </a:pPr>
                      <a:r>
                        <a:rPr lang="en-US" sz="1300" b="1" i="0" u="none" strike="noStrike" cap="all" spc="6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Command</a:t>
                      </a:r>
                      <a:endParaRPr lang="en-US" sz="1300" b="1" cap="all" spc="6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3854" marR="143854" marT="143854" marB="1438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1200"/>
                        </a:spcAft>
                        <a:buNone/>
                      </a:pPr>
                      <a:r>
                        <a:rPr lang="en-US" sz="1300" b="1" i="0" u="none" strike="noStrike" cap="all" spc="6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Purpose</a:t>
                      </a:r>
                      <a:endParaRPr lang="en-US" sz="1300" b="1" cap="all" spc="6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3854" marR="143854" marT="143854" marB="14385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669837"/>
                  </a:ext>
                </a:extLst>
              </a:tr>
              <a:tr h="747333">
                <a:tc>
                  <a:txBody>
                    <a:bodyPr/>
                    <a:lstStyle/>
                    <a:p>
                      <a:pPr rtl="0" fontAlgn="t">
                        <a:spcAft>
                          <a:spcPts val="1200"/>
                        </a:spcAft>
                        <a:buNone/>
                      </a:pPr>
                      <a:r>
                        <a:rPr lang="en-US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7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3175" marR="209133" marT="101587" marB="959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200"/>
                        </a:spcAft>
                        <a:buNone/>
                      </a:pPr>
                      <a:r>
                        <a:rPr lang="en-US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/bin/bash -c "$(curl -fsSL https://raw.githubusercontent.com/Homebrew/install/HEAD/install.sh)"</a:t>
                      </a:r>
                      <a:endParaRPr lang="en-US" sz="17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3175" marR="209133" marT="101587" marB="959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200"/>
                        </a:spcAft>
                        <a:buNone/>
                      </a:pPr>
                      <a:r>
                        <a:rPr lang="en-US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Install Homebrew</a:t>
                      </a:r>
                      <a:endParaRPr lang="en-US" sz="17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3175" marR="209133" marT="101587" marB="959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659079"/>
                  </a:ext>
                </a:extLst>
              </a:tr>
              <a:tr h="491593">
                <a:tc>
                  <a:txBody>
                    <a:bodyPr/>
                    <a:lstStyle/>
                    <a:p>
                      <a:pPr rtl="0" fontAlgn="t">
                        <a:spcAft>
                          <a:spcPts val="1200"/>
                        </a:spcAft>
                        <a:buNone/>
                      </a:pPr>
                      <a:r>
                        <a:rPr lang="en-US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US" sz="17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3175" marR="209133" marT="101587" marB="959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200"/>
                        </a:spcAft>
                        <a:buNone/>
                      </a:pPr>
                      <a:r>
                        <a:rPr lang="en-US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brew install git</a:t>
                      </a:r>
                      <a:endParaRPr lang="en-US" sz="17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3175" marR="209133" marT="101587" marB="959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200"/>
                        </a:spcAft>
                        <a:buNone/>
                      </a:pPr>
                      <a:r>
                        <a:rPr lang="en-US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Install Git</a:t>
                      </a:r>
                      <a:endParaRPr lang="en-US" sz="17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3175" marR="209133" marT="101587" marB="959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737844"/>
                  </a:ext>
                </a:extLst>
              </a:tr>
              <a:tr h="1258815">
                <a:tc>
                  <a:txBody>
                    <a:bodyPr/>
                    <a:lstStyle/>
                    <a:p>
                      <a:pPr rtl="0" fontAlgn="t">
                        <a:spcAft>
                          <a:spcPts val="1200"/>
                        </a:spcAft>
                        <a:buNone/>
                      </a:pPr>
                      <a:r>
                        <a:rPr lang="en-US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US" sz="17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3175" marR="209133" marT="101587" marB="959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200"/>
                        </a:spcAft>
                        <a:buNone/>
                      </a:pPr>
                      <a:r>
                        <a:rPr lang="en-US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git --version</a:t>
                      </a:r>
                      <a:endParaRPr lang="en-US" sz="17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3175" marR="209133" marT="101587" marB="959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200"/>
                        </a:spcAft>
                        <a:buNone/>
                      </a:pPr>
                      <a:r>
                        <a:rPr lang="en-US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Verify installation (Latest: 2.52.0)</a:t>
                      </a:r>
                      <a:endParaRPr lang="en-US" sz="17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3175" marR="209133" marT="101587" marB="959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599292"/>
                  </a:ext>
                </a:extLst>
              </a:tr>
              <a:tr h="491593">
                <a:tc>
                  <a:txBody>
                    <a:bodyPr/>
                    <a:lstStyle/>
                    <a:p>
                      <a:pPr rtl="0" fontAlgn="t">
                        <a:spcAft>
                          <a:spcPts val="1200"/>
                        </a:spcAft>
                        <a:buNone/>
                      </a:pPr>
                      <a:r>
                        <a:rPr lang="en-US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en-US" sz="17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3175" marR="209133" marT="101587" marB="959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200"/>
                        </a:spcAft>
                        <a:buNone/>
                      </a:pPr>
                      <a:r>
                        <a:rPr lang="en-US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brew upgrade git</a:t>
                      </a:r>
                      <a:endParaRPr lang="en-US" sz="17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3175" marR="209133" marT="101587" marB="959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1200"/>
                        </a:spcAft>
                        <a:buNone/>
                      </a:pPr>
                      <a:r>
                        <a:rPr lang="en-US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Update Git</a:t>
                      </a:r>
                      <a:endParaRPr lang="en-US" sz="17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3175" marR="209133" marT="101587" marB="959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300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9423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553AB-7E23-2562-6E8A-E309B672C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 VS code </a:t>
            </a:r>
          </a:p>
        </p:txBody>
      </p:sp>
      <p:graphicFrame>
        <p:nvGraphicFramePr>
          <p:cNvPr id="5" name="Content Placeholder 2" descr="steps to install VS Code">
            <a:extLst>
              <a:ext uri="{FF2B5EF4-FFF2-40B4-BE49-F238E27FC236}">
                <a16:creationId xmlns:a16="http://schemas.microsoft.com/office/drawing/2014/main" id="{74247F2E-F6CB-56FA-7E3A-56353E8968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9945664"/>
              </p:ext>
            </p:extLst>
          </p:nvPr>
        </p:nvGraphicFramePr>
        <p:xfrm>
          <a:off x="1251678" y="2286001"/>
          <a:ext cx="10178322" cy="3593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4320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D1474-E9FC-DFF5-21CD-18E9F4A9B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Getting started with Git and Vs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CB209-9725-3CAB-6ED2-297BDDF0F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Hands on activity</a:t>
            </a:r>
          </a:p>
        </p:txBody>
      </p:sp>
    </p:spTree>
    <p:extLst>
      <p:ext uri="{BB962C8B-B14F-4D97-AF65-F5344CB8AC3E}">
        <p14:creationId xmlns:p14="http://schemas.microsoft.com/office/powerpoint/2010/main" val="588970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EAAD3E-2CB9-9181-5ACA-A3229B2AA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6"/>
            <a:ext cx="3384329" cy="5421435"/>
          </a:xfrm>
        </p:spPr>
        <p:txBody>
          <a:bodyPr anchor="ctr">
            <a:normAutofit/>
          </a:bodyPr>
          <a:lstStyle/>
          <a:p>
            <a:r>
              <a:rPr lang="en-US" sz="4000"/>
              <a:t>Follow along as we</a:t>
            </a:r>
            <a:br>
              <a:rPr lang="en-US" sz="4000"/>
            </a:br>
            <a:br>
              <a:rPr lang="en-US" sz="4000"/>
            </a:br>
            <a:r>
              <a:rPr lang="en-US" sz="1400"/>
              <a:t>*refer to activity steps Handout</a:t>
            </a:r>
          </a:p>
        </p:txBody>
      </p:sp>
      <p:graphicFrame>
        <p:nvGraphicFramePr>
          <p:cNvPr id="7" name="Content Placeholder 4" descr="activity slide with what we will do">
            <a:extLst>
              <a:ext uri="{FF2B5EF4-FFF2-40B4-BE49-F238E27FC236}">
                <a16:creationId xmlns:a16="http://schemas.microsoft.com/office/drawing/2014/main" id="{4C789C3F-6CFA-3930-5F11-DAB83262DB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9411523"/>
              </p:ext>
            </p:extLst>
          </p:nvPr>
        </p:nvGraphicFramePr>
        <p:xfrm>
          <a:off x="5280025" y="644525"/>
          <a:ext cx="5994400" cy="5409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4050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0A7D14-7B67-4022-A8BE-1CCD4A0F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D9D54-E840-9F02-D55F-E0E547EAB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 anchor="ctr">
            <a:normAutofit/>
          </a:bodyPr>
          <a:lstStyle/>
          <a:p>
            <a:r>
              <a:rPr lang="en-US"/>
              <a:t>command line activity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B09A9E8-BF27-4613-A775-071F08208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AFE299-6F79-44AF-9A77-2DC2DC1F8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 descr="basic git commands image&#10;">
            <a:extLst>
              <a:ext uri="{FF2B5EF4-FFF2-40B4-BE49-F238E27FC236}">
                <a16:creationId xmlns:a16="http://schemas.microsoft.com/office/drawing/2014/main" id="{4B53A460-9980-EC80-22E4-F154A7BDFC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5059558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7912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0A7D14-7B67-4022-A8BE-1CCD4A0F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0DE93E-790B-48C0-112C-F15D13107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 anchor="ctr">
            <a:normAutofit/>
          </a:bodyPr>
          <a:lstStyle/>
          <a:p>
            <a:r>
              <a:rPr lang="en-US"/>
              <a:t>Using git in vs Code</a:t>
            </a:r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AB09A9E8-BF27-4613-A775-071F08208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AFE299-6F79-44AF-9A77-2DC2DC1F8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8" name="Content Placeholder 2" descr="image of using git">
            <a:extLst>
              <a:ext uri="{FF2B5EF4-FFF2-40B4-BE49-F238E27FC236}">
                <a16:creationId xmlns:a16="http://schemas.microsoft.com/office/drawing/2014/main" id="{3E356965-29AF-9006-5241-962EFB55A2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109321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7975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DDEFE-33E6-D827-E083-6FF4F6F70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Best practices</a:t>
            </a:r>
          </a:p>
        </p:txBody>
      </p:sp>
      <p:graphicFrame>
        <p:nvGraphicFramePr>
          <p:cNvPr id="7" name="Content Placeholder 2" descr="image of best practices">
            <a:extLst>
              <a:ext uri="{FF2B5EF4-FFF2-40B4-BE49-F238E27FC236}">
                <a16:creationId xmlns:a16="http://schemas.microsoft.com/office/drawing/2014/main" id="{80FEF58F-A929-0FB9-1416-08479D7CC0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2390047"/>
              </p:ext>
            </p:extLst>
          </p:nvPr>
        </p:nvGraphicFramePr>
        <p:xfrm>
          <a:off x="1251678" y="2286001"/>
          <a:ext cx="10178322" cy="3593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0485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9DBA3C2-C92B-4CEB-868F-52A62295B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2E8714-332D-BF53-70FE-3D4D54615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6" y="382385"/>
            <a:ext cx="10668004" cy="1113295"/>
          </a:xfrm>
        </p:spPr>
        <p:txBody>
          <a:bodyPr anchor="b">
            <a:normAutofit/>
          </a:bodyPr>
          <a:lstStyle/>
          <a:p>
            <a:pPr algn="ctr"/>
            <a:r>
              <a:rPr lang="en-US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B1DBC-F8C9-21F6-8657-36DAEB1CB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6" y="1785257"/>
            <a:ext cx="10668004" cy="344053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/>
              <a:t>Official Documentation: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/>
              <a:t>- Git </a:t>
            </a:r>
            <a:r>
              <a:rPr lang="en-US" sz="1700">
                <a:hlinkClick r:id="rId2"/>
              </a:rPr>
              <a:t>https://git-scm.com</a:t>
            </a:r>
            <a:r>
              <a:rPr lang="en-US" sz="170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/>
              <a:t>-  VS Code </a:t>
            </a:r>
            <a:r>
              <a:rPr lang="en-US" sz="1700">
                <a:hlinkClick r:id="rId3"/>
              </a:rPr>
              <a:t>https://code.visualstudio.com/</a:t>
            </a:r>
            <a:r>
              <a:rPr lang="en-US" sz="170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/>
              <a:t>-  Pro Git Book </a:t>
            </a:r>
            <a:r>
              <a:rPr lang="en-US" sz="1700">
                <a:hlinkClick r:id="rId4"/>
              </a:rPr>
              <a:t>https://git-scm.com/book/en/v2</a:t>
            </a:r>
            <a:r>
              <a:rPr lang="en-US" sz="170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/>
              <a:t>- Git Cheat Sheet </a:t>
            </a:r>
            <a:r>
              <a:rPr lang="en-US" sz="1700">
                <a:hlinkClick r:id="rId5"/>
              </a:rPr>
              <a:t>https://git-scm.com/cheat-sheet</a:t>
            </a:r>
            <a:r>
              <a:rPr lang="en-US" sz="1700"/>
              <a:t>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700"/>
          </a:p>
          <a:p>
            <a:pPr marL="0" indent="0">
              <a:lnSpc>
                <a:spcPct val="100000"/>
              </a:lnSpc>
              <a:buNone/>
            </a:pPr>
            <a:r>
              <a:rPr lang="en-US" sz="1700" b="1"/>
              <a:t>Available at UTSA: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/>
              <a:t>- Vibe Coding with GitHub Copilot </a:t>
            </a:r>
            <a:r>
              <a:rPr lang="en-US" sz="1700">
                <a:hlinkClick r:id="rId6"/>
              </a:rPr>
              <a:t>https://utsa.primo.exlibrisgroup.com/permalink/01UTXSANT_INST/k74a8h/alma9939412878204621</a:t>
            </a:r>
            <a:r>
              <a:rPr lang="en-US" sz="1700"/>
              <a:t>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700"/>
          </a:p>
        </p:txBody>
      </p:sp>
      <p:sp>
        <p:nvSpPr>
          <p:cNvPr id="26" name="Freeform: Shape 9">
            <a:extLst>
              <a:ext uri="{FF2B5EF4-FFF2-40B4-BE49-F238E27FC236}">
                <a16:creationId xmlns:a16="http://schemas.microsoft.com/office/drawing/2014/main" id="{0A5C11C9-65D2-491A-A266-6ADBD2CB4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006736"/>
            <a:ext cx="12191998" cy="851265"/>
          </a:xfrm>
          <a:custGeom>
            <a:avLst/>
            <a:gdLst>
              <a:gd name="connsiteX0" fmla="*/ 619389 w 12191998"/>
              <a:gd name="connsiteY0" fmla="*/ 0 h 851265"/>
              <a:gd name="connsiteX1" fmla="*/ 687652 w 12191998"/>
              <a:gd name="connsiteY1" fmla="*/ 3175 h 851265"/>
              <a:gd name="connsiteX2" fmla="*/ 747977 w 12191998"/>
              <a:gd name="connsiteY2" fmla="*/ 9525 h 851265"/>
              <a:gd name="connsiteX3" fmla="*/ 800364 w 12191998"/>
              <a:gd name="connsiteY3" fmla="*/ 20637 h 851265"/>
              <a:gd name="connsiteX4" fmla="*/ 846402 w 12191998"/>
              <a:gd name="connsiteY4" fmla="*/ 36512 h 851265"/>
              <a:gd name="connsiteX5" fmla="*/ 887677 w 12191998"/>
              <a:gd name="connsiteY5" fmla="*/ 52387 h 851265"/>
              <a:gd name="connsiteX6" fmla="*/ 924189 w 12191998"/>
              <a:gd name="connsiteY6" fmla="*/ 68262 h 851265"/>
              <a:gd name="connsiteX7" fmla="*/ 962289 w 12191998"/>
              <a:gd name="connsiteY7" fmla="*/ 87312 h 851265"/>
              <a:gd name="connsiteX8" fmla="*/ 1000389 w 12191998"/>
              <a:gd name="connsiteY8" fmla="*/ 106362 h 851265"/>
              <a:gd name="connsiteX9" fmla="*/ 1036902 w 12191998"/>
              <a:gd name="connsiteY9" fmla="*/ 125412 h 851265"/>
              <a:gd name="connsiteX10" fmla="*/ 1078177 w 12191998"/>
              <a:gd name="connsiteY10" fmla="*/ 141287 h 851265"/>
              <a:gd name="connsiteX11" fmla="*/ 1124214 w 12191998"/>
              <a:gd name="connsiteY11" fmla="*/ 155575 h 851265"/>
              <a:gd name="connsiteX12" fmla="*/ 1176602 w 12191998"/>
              <a:gd name="connsiteY12" fmla="*/ 166687 h 851265"/>
              <a:gd name="connsiteX13" fmla="*/ 1236927 w 12191998"/>
              <a:gd name="connsiteY13" fmla="*/ 174625 h 851265"/>
              <a:gd name="connsiteX14" fmla="*/ 1305189 w 12191998"/>
              <a:gd name="connsiteY14" fmla="*/ 176212 h 851265"/>
              <a:gd name="connsiteX15" fmla="*/ 1373452 w 12191998"/>
              <a:gd name="connsiteY15" fmla="*/ 174625 h 851265"/>
              <a:gd name="connsiteX16" fmla="*/ 1433777 w 12191998"/>
              <a:gd name="connsiteY16" fmla="*/ 166687 h 851265"/>
              <a:gd name="connsiteX17" fmla="*/ 1486164 w 12191998"/>
              <a:gd name="connsiteY17" fmla="*/ 155575 h 851265"/>
              <a:gd name="connsiteX18" fmla="*/ 1532202 w 12191998"/>
              <a:gd name="connsiteY18" fmla="*/ 141287 h 851265"/>
              <a:gd name="connsiteX19" fmla="*/ 1573477 w 12191998"/>
              <a:gd name="connsiteY19" fmla="*/ 125412 h 851265"/>
              <a:gd name="connsiteX20" fmla="*/ 1609989 w 12191998"/>
              <a:gd name="connsiteY20" fmla="*/ 106362 h 851265"/>
              <a:gd name="connsiteX21" fmla="*/ 1648089 w 12191998"/>
              <a:gd name="connsiteY21" fmla="*/ 87312 h 851265"/>
              <a:gd name="connsiteX22" fmla="*/ 1686189 w 12191998"/>
              <a:gd name="connsiteY22" fmla="*/ 68262 h 851265"/>
              <a:gd name="connsiteX23" fmla="*/ 1722702 w 12191998"/>
              <a:gd name="connsiteY23" fmla="*/ 52387 h 851265"/>
              <a:gd name="connsiteX24" fmla="*/ 1763977 w 12191998"/>
              <a:gd name="connsiteY24" fmla="*/ 36512 h 851265"/>
              <a:gd name="connsiteX25" fmla="*/ 1810014 w 12191998"/>
              <a:gd name="connsiteY25" fmla="*/ 20637 h 851265"/>
              <a:gd name="connsiteX26" fmla="*/ 1862402 w 12191998"/>
              <a:gd name="connsiteY26" fmla="*/ 9525 h 851265"/>
              <a:gd name="connsiteX27" fmla="*/ 1922727 w 12191998"/>
              <a:gd name="connsiteY27" fmla="*/ 3175 h 851265"/>
              <a:gd name="connsiteX28" fmla="*/ 1990989 w 12191998"/>
              <a:gd name="connsiteY28" fmla="*/ 0 h 851265"/>
              <a:gd name="connsiteX29" fmla="*/ 2059252 w 12191998"/>
              <a:gd name="connsiteY29" fmla="*/ 3175 h 851265"/>
              <a:gd name="connsiteX30" fmla="*/ 2119577 w 12191998"/>
              <a:gd name="connsiteY30" fmla="*/ 9525 h 851265"/>
              <a:gd name="connsiteX31" fmla="*/ 2171964 w 12191998"/>
              <a:gd name="connsiteY31" fmla="*/ 20637 h 851265"/>
              <a:gd name="connsiteX32" fmla="*/ 2218002 w 12191998"/>
              <a:gd name="connsiteY32" fmla="*/ 36512 h 851265"/>
              <a:gd name="connsiteX33" fmla="*/ 2259277 w 12191998"/>
              <a:gd name="connsiteY33" fmla="*/ 52387 h 851265"/>
              <a:gd name="connsiteX34" fmla="*/ 2295789 w 12191998"/>
              <a:gd name="connsiteY34" fmla="*/ 68262 h 851265"/>
              <a:gd name="connsiteX35" fmla="*/ 2333889 w 12191998"/>
              <a:gd name="connsiteY35" fmla="*/ 87312 h 851265"/>
              <a:gd name="connsiteX36" fmla="*/ 2371989 w 12191998"/>
              <a:gd name="connsiteY36" fmla="*/ 106362 h 851265"/>
              <a:gd name="connsiteX37" fmla="*/ 2408502 w 12191998"/>
              <a:gd name="connsiteY37" fmla="*/ 125412 h 851265"/>
              <a:gd name="connsiteX38" fmla="*/ 2449777 w 12191998"/>
              <a:gd name="connsiteY38" fmla="*/ 141287 h 851265"/>
              <a:gd name="connsiteX39" fmla="*/ 2495814 w 12191998"/>
              <a:gd name="connsiteY39" fmla="*/ 155575 h 851265"/>
              <a:gd name="connsiteX40" fmla="*/ 2548202 w 12191998"/>
              <a:gd name="connsiteY40" fmla="*/ 166687 h 851265"/>
              <a:gd name="connsiteX41" fmla="*/ 2608527 w 12191998"/>
              <a:gd name="connsiteY41" fmla="*/ 174625 h 851265"/>
              <a:gd name="connsiteX42" fmla="*/ 2676789 w 12191998"/>
              <a:gd name="connsiteY42" fmla="*/ 176212 h 851265"/>
              <a:gd name="connsiteX43" fmla="*/ 2745052 w 12191998"/>
              <a:gd name="connsiteY43" fmla="*/ 174625 h 851265"/>
              <a:gd name="connsiteX44" fmla="*/ 2805377 w 12191998"/>
              <a:gd name="connsiteY44" fmla="*/ 166687 h 851265"/>
              <a:gd name="connsiteX45" fmla="*/ 2857764 w 12191998"/>
              <a:gd name="connsiteY45" fmla="*/ 155575 h 851265"/>
              <a:gd name="connsiteX46" fmla="*/ 2903802 w 12191998"/>
              <a:gd name="connsiteY46" fmla="*/ 141287 h 851265"/>
              <a:gd name="connsiteX47" fmla="*/ 2945077 w 12191998"/>
              <a:gd name="connsiteY47" fmla="*/ 125412 h 851265"/>
              <a:gd name="connsiteX48" fmla="*/ 2981589 w 12191998"/>
              <a:gd name="connsiteY48" fmla="*/ 106362 h 851265"/>
              <a:gd name="connsiteX49" fmla="*/ 3019689 w 12191998"/>
              <a:gd name="connsiteY49" fmla="*/ 87312 h 851265"/>
              <a:gd name="connsiteX50" fmla="*/ 3057789 w 12191998"/>
              <a:gd name="connsiteY50" fmla="*/ 68262 h 851265"/>
              <a:gd name="connsiteX51" fmla="*/ 3094302 w 12191998"/>
              <a:gd name="connsiteY51" fmla="*/ 52387 h 851265"/>
              <a:gd name="connsiteX52" fmla="*/ 3135577 w 12191998"/>
              <a:gd name="connsiteY52" fmla="*/ 36512 h 851265"/>
              <a:gd name="connsiteX53" fmla="*/ 3181614 w 12191998"/>
              <a:gd name="connsiteY53" fmla="*/ 20637 h 851265"/>
              <a:gd name="connsiteX54" fmla="*/ 3234002 w 12191998"/>
              <a:gd name="connsiteY54" fmla="*/ 9525 h 851265"/>
              <a:gd name="connsiteX55" fmla="*/ 3294327 w 12191998"/>
              <a:gd name="connsiteY55" fmla="*/ 3175 h 851265"/>
              <a:gd name="connsiteX56" fmla="*/ 3361002 w 12191998"/>
              <a:gd name="connsiteY56" fmla="*/ 0 h 851265"/>
              <a:gd name="connsiteX57" fmla="*/ 3430852 w 12191998"/>
              <a:gd name="connsiteY57" fmla="*/ 3175 h 851265"/>
              <a:gd name="connsiteX58" fmla="*/ 3491177 w 12191998"/>
              <a:gd name="connsiteY58" fmla="*/ 9525 h 851265"/>
              <a:gd name="connsiteX59" fmla="*/ 3543564 w 12191998"/>
              <a:gd name="connsiteY59" fmla="*/ 20637 h 851265"/>
              <a:gd name="connsiteX60" fmla="*/ 3589602 w 12191998"/>
              <a:gd name="connsiteY60" fmla="*/ 36512 h 851265"/>
              <a:gd name="connsiteX61" fmla="*/ 3630877 w 12191998"/>
              <a:gd name="connsiteY61" fmla="*/ 52387 h 851265"/>
              <a:gd name="connsiteX62" fmla="*/ 3667389 w 12191998"/>
              <a:gd name="connsiteY62" fmla="*/ 68262 h 851265"/>
              <a:gd name="connsiteX63" fmla="*/ 3705489 w 12191998"/>
              <a:gd name="connsiteY63" fmla="*/ 87312 h 851265"/>
              <a:gd name="connsiteX64" fmla="*/ 3743589 w 12191998"/>
              <a:gd name="connsiteY64" fmla="*/ 106362 h 851265"/>
              <a:gd name="connsiteX65" fmla="*/ 3780102 w 12191998"/>
              <a:gd name="connsiteY65" fmla="*/ 125412 h 851265"/>
              <a:gd name="connsiteX66" fmla="*/ 3821377 w 12191998"/>
              <a:gd name="connsiteY66" fmla="*/ 141287 h 851265"/>
              <a:gd name="connsiteX67" fmla="*/ 3867414 w 12191998"/>
              <a:gd name="connsiteY67" fmla="*/ 155575 h 851265"/>
              <a:gd name="connsiteX68" fmla="*/ 3919802 w 12191998"/>
              <a:gd name="connsiteY68" fmla="*/ 166687 h 851265"/>
              <a:gd name="connsiteX69" fmla="*/ 3980127 w 12191998"/>
              <a:gd name="connsiteY69" fmla="*/ 174625 h 851265"/>
              <a:gd name="connsiteX70" fmla="*/ 4048389 w 12191998"/>
              <a:gd name="connsiteY70" fmla="*/ 176212 h 851265"/>
              <a:gd name="connsiteX71" fmla="*/ 4116652 w 12191998"/>
              <a:gd name="connsiteY71" fmla="*/ 174625 h 851265"/>
              <a:gd name="connsiteX72" fmla="*/ 4176977 w 12191998"/>
              <a:gd name="connsiteY72" fmla="*/ 166687 h 851265"/>
              <a:gd name="connsiteX73" fmla="*/ 4229364 w 12191998"/>
              <a:gd name="connsiteY73" fmla="*/ 155575 h 851265"/>
              <a:gd name="connsiteX74" fmla="*/ 4275402 w 12191998"/>
              <a:gd name="connsiteY74" fmla="*/ 141287 h 851265"/>
              <a:gd name="connsiteX75" fmla="*/ 4316677 w 12191998"/>
              <a:gd name="connsiteY75" fmla="*/ 125412 h 851265"/>
              <a:gd name="connsiteX76" fmla="*/ 4353189 w 12191998"/>
              <a:gd name="connsiteY76" fmla="*/ 106362 h 851265"/>
              <a:gd name="connsiteX77" fmla="*/ 4429389 w 12191998"/>
              <a:gd name="connsiteY77" fmla="*/ 68262 h 851265"/>
              <a:gd name="connsiteX78" fmla="*/ 4465902 w 12191998"/>
              <a:gd name="connsiteY78" fmla="*/ 52387 h 851265"/>
              <a:gd name="connsiteX79" fmla="*/ 4507177 w 12191998"/>
              <a:gd name="connsiteY79" fmla="*/ 36512 h 851265"/>
              <a:gd name="connsiteX80" fmla="*/ 4553216 w 12191998"/>
              <a:gd name="connsiteY80" fmla="*/ 20637 h 851265"/>
              <a:gd name="connsiteX81" fmla="*/ 4605602 w 12191998"/>
              <a:gd name="connsiteY81" fmla="*/ 9525 h 851265"/>
              <a:gd name="connsiteX82" fmla="*/ 4665928 w 12191998"/>
              <a:gd name="connsiteY82" fmla="*/ 3175 h 851265"/>
              <a:gd name="connsiteX83" fmla="*/ 4734189 w 12191998"/>
              <a:gd name="connsiteY83" fmla="*/ 0 h 851265"/>
              <a:gd name="connsiteX84" fmla="*/ 4802453 w 12191998"/>
              <a:gd name="connsiteY84" fmla="*/ 3175 h 851265"/>
              <a:gd name="connsiteX85" fmla="*/ 4862777 w 12191998"/>
              <a:gd name="connsiteY85" fmla="*/ 9525 h 851265"/>
              <a:gd name="connsiteX86" fmla="*/ 4915165 w 12191998"/>
              <a:gd name="connsiteY86" fmla="*/ 20637 h 851265"/>
              <a:gd name="connsiteX87" fmla="*/ 4961202 w 12191998"/>
              <a:gd name="connsiteY87" fmla="*/ 36512 h 851265"/>
              <a:gd name="connsiteX88" fmla="*/ 5002478 w 12191998"/>
              <a:gd name="connsiteY88" fmla="*/ 52387 h 851265"/>
              <a:gd name="connsiteX89" fmla="*/ 5038989 w 12191998"/>
              <a:gd name="connsiteY89" fmla="*/ 68262 h 851265"/>
              <a:gd name="connsiteX90" fmla="*/ 5077091 w 12191998"/>
              <a:gd name="connsiteY90" fmla="*/ 87312 h 851265"/>
              <a:gd name="connsiteX91" fmla="*/ 5115189 w 12191998"/>
              <a:gd name="connsiteY91" fmla="*/ 106362 h 851265"/>
              <a:gd name="connsiteX92" fmla="*/ 5151702 w 12191998"/>
              <a:gd name="connsiteY92" fmla="*/ 125412 h 851265"/>
              <a:gd name="connsiteX93" fmla="*/ 5192978 w 12191998"/>
              <a:gd name="connsiteY93" fmla="*/ 141287 h 851265"/>
              <a:gd name="connsiteX94" fmla="*/ 5239014 w 12191998"/>
              <a:gd name="connsiteY94" fmla="*/ 155575 h 851265"/>
              <a:gd name="connsiteX95" fmla="*/ 5291401 w 12191998"/>
              <a:gd name="connsiteY95" fmla="*/ 166687 h 851265"/>
              <a:gd name="connsiteX96" fmla="*/ 5351727 w 12191998"/>
              <a:gd name="connsiteY96" fmla="*/ 174625 h 851265"/>
              <a:gd name="connsiteX97" fmla="*/ 5410199 w 12191998"/>
              <a:gd name="connsiteY97" fmla="*/ 175985 h 851265"/>
              <a:gd name="connsiteX98" fmla="*/ 5468671 w 12191998"/>
              <a:gd name="connsiteY98" fmla="*/ 174625 h 851265"/>
              <a:gd name="connsiteX99" fmla="*/ 5528996 w 12191998"/>
              <a:gd name="connsiteY99" fmla="*/ 166687 h 851265"/>
              <a:gd name="connsiteX100" fmla="*/ 5581383 w 12191998"/>
              <a:gd name="connsiteY100" fmla="*/ 155575 h 851265"/>
              <a:gd name="connsiteX101" fmla="*/ 5627421 w 12191998"/>
              <a:gd name="connsiteY101" fmla="*/ 141287 h 851265"/>
              <a:gd name="connsiteX102" fmla="*/ 5668696 w 12191998"/>
              <a:gd name="connsiteY102" fmla="*/ 125412 h 851265"/>
              <a:gd name="connsiteX103" fmla="*/ 5705210 w 12191998"/>
              <a:gd name="connsiteY103" fmla="*/ 106362 h 851265"/>
              <a:gd name="connsiteX104" fmla="*/ 5743308 w 12191998"/>
              <a:gd name="connsiteY104" fmla="*/ 87312 h 851265"/>
              <a:gd name="connsiteX105" fmla="*/ 5781408 w 12191998"/>
              <a:gd name="connsiteY105" fmla="*/ 68262 h 851265"/>
              <a:gd name="connsiteX106" fmla="*/ 5817921 w 12191998"/>
              <a:gd name="connsiteY106" fmla="*/ 52387 h 851265"/>
              <a:gd name="connsiteX107" fmla="*/ 5859196 w 12191998"/>
              <a:gd name="connsiteY107" fmla="*/ 36512 h 851265"/>
              <a:gd name="connsiteX108" fmla="*/ 5905234 w 12191998"/>
              <a:gd name="connsiteY108" fmla="*/ 20637 h 851265"/>
              <a:gd name="connsiteX109" fmla="*/ 5957621 w 12191998"/>
              <a:gd name="connsiteY109" fmla="*/ 9525 h 851265"/>
              <a:gd name="connsiteX110" fmla="*/ 6017948 w 12191998"/>
              <a:gd name="connsiteY110" fmla="*/ 3175 h 851265"/>
              <a:gd name="connsiteX111" fmla="*/ 6086210 w 12191998"/>
              <a:gd name="connsiteY111" fmla="*/ 0 h 851265"/>
              <a:gd name="connsiteX112" fmla="*/ 6095999 w 12191998"/>
              <a:gd name="connsiteY112" fmla="*/ 455 h 851265"/>
              <a:gd name="connsiteX113" fmla="*/ 6105789 w 12191998"/>
              <a:gd name="connsiteY113" fmla="*/ 0 h 851265"/>
              <a:gd name="connsiteX114" fmla="*/ 6174052 w 12191998"/>
              <a:gd name="connsiteY114" fmla="*/ 3175 h 851265"/>
              <a:gd name="connsiteX115" fmla="*/ 6234377 w 12191998"/>
              <a:gd name="connsiteY115" fmla="*/ 9525 h 851265"/>
              <a:gd name="connsiteX116" fmla="*/ 6286764 w 12191998"/>
              <a:gd name="connsiteY116" fmla="*/ 20637 h 851265"/>
              <a:gd name="connsiteX117" fmla="*/ 6332802 w 12191998"/>
              <a:gd name="connsiteY117" fmla="*/ 36512 h 851265"/>
              <a:gd name="connsiteX118" fmla="*/ 6374077 w 12191998"/>
              <a:gd name="connsiteY118" fmla="*/ 52387 h 851265"/>
              <a:gd name="connsiteX119" fmla="*/ 6410589 w 12191998"/>
              <a:gd name="connsiteY119" fmla="*/ 68262 h 851265"/>
              <a:gd name="connsiteX120" fmla="*/ 6448689 w 12191998"/>
              <a:gd name="connsiteY120" fmla="*/ 87312 h 851265"/>
              <a:gd name="connsiteX121" fmla="*/ 6486789 w 12191998"/>
              <a:gd name="connsiteY121" fmla="*/ 106362 h 851265"/>
              <a:gd name="connsiteX122" fmla="*/ 6523302 w 12191998"/>
              <a:gd name="connsiteY122" fmla="*/ 125412 h 851265"/>
              <a:gd name="connsiteX123" fmla="*/ 6564577 w 12191998"/>
              <a:gd name="connsiteY123" fmla="*/ 141287 h 851265"/>
              <a:gd name="connsiteX124" fmla="*/ 6610614 w 12191998"/>
              <a:gd name="connsiteY124" fmla="*/ 155575 h 851265"/>
              <a:gd name="connsiteX125" fmla="*/ 6663002 w 12191998"/>
              <a:gd name="connsiteY125" fmla="*/ 166687 h 851265"/>
              <a:gd name="connsiteX126" fmla="*/ 6723327 w 12191998"/>
              <a:gd name="connsiteY126" fmla="*/ 174625 h 851265"/>
              <a:gd name="connsiteX127" fmla="*/ 6781799 w 12191998"/>
              <a:gd name="connsiteY127" fmla="*/ 175985 h 851265"/>
              <a:gd name="connsiteX128" fmla="*/ 6840271 w 12191998"/>
              <a:gd name="connsiteY128" fmla="*/ 174625 h 851265"/>
              <a:gd name="connsiteX129" fmla="*/ 6900596 w 12191998"/>
              <a:gd name="connsiteY129" fmla="*/ 166687 h 851265"/>
              <a:gd name="connsiteX130" fmla="*/ 6952983 w 12191998"/>
              <a:gd name="connsiteY130" fmla="*/ 155575 h 851265"/>
              <a:gd name="connsiteX131" fmla="*/ 6999021 w 12191998"/>
              <a:gd name="connsiteY131" fmla="*/ 141287 h 851265"/>
              <a:gd name="connsiteX132" fmla="*/ 7040296 w 12191998"/>
              <a:gd name="connsiteY132" fmla="*/ 125412 h 851265"/>
              <a:gd name="connsiteX133" fmla="*/ 7076808 w 12191998"/>
              <a:gd name="connsiteY133" fmla="*/ 106362 h 851265"/>
              <a:gd name="connsiteX134" fmla="*/ 7114908 w 12191998"/>
              <a:gd name="connsiteY134" fmla="*/ 87312 h 851265"/>
              <a:gd name="connsiteX135" fmla="*/ 7153008 w 12191998"/>
              <a:gd name="connsiteY135" fmla="*/ 68262 h 851265"/>
              <a:gd name="connsiteX136" fmla="*/ 7189521 w 12191998"/>
              <a:gd name="connsiteY136" fmla="*/ 52387 h 851265"/>
              <a:gd name="connsiteX137" fmla="*/ 7230796 w 12191998"/>
              <a:gd name="connsiteY137" fmla="*/ 36512 h 851265"/>
              <a:gd name="connsiteX138" fmla="*/ 7276833 w 12191998"/>
              <a:gd name="connsiteY138" fmla="*/ 20637 h 851265"/>
              <a:gd name="connsiteX139" fmla="*/ 7329221 w 12191998"/>
              <a:gd name="connsiteY139" fmla="*/ 9525 h 851265"/>
              <a:gd name="connsiteX140" fmla="*/ 7389546 w 12191998"/>
              <a:gd name="connsiteY140" fmla="*/ 3175 h 851265"/>
              <a:gd name="connsiteX141" fmla="*/ 7457808 w 12191998"/>
              <a:gd name="connsiteY141" fmla="*/ 0 h 851265"/>
              <a:gd name="connsiteX142" fmla="*/ 7526071 w 12191998"/>
              <a:gd name="connsiteY142" fmla="*/ 3175 h 851265"/>
              <a:gd name="connsiteX143" fmla="*/ 7586396 w 12191998"/>
              <a:gd name="connsiteY143" fmla="*/ 9525 h 851265"/>
              <a:gd name="connsiteX144" fmla="*/ 7638783 w 12191998"/>
              <a:gd name="connsiteY144" fmla="*/ 20637 h 851265"/>
              <a:gd name="connsiteX145" fmla="*/ 7684821 w 12191998"/>
              <a:gd name="connsiteY145" fmla="*/ 36512 h 851265"/>
              <a:gd name="connsiteX146" fmla="*/ 7726096 w 12191998"/>
              <a:gd name="connsiteY146" fmla="*/ 52387 h 851265"/>
              <a:gd name="connsiteX147" fmla="*/ 7762608 w 12191998"/>
              <a:gd name="connsiteY147" fmla="*/ 68262 h 851265"/>
              <a:gd name="connsiteX148" fmla="*/ 7800708 w 12191998"/>
              <a:gd name="connsiteY148" fmla="*/ 87312 h 851265"/>
              <a:gd name="connsiteX149" fmla="*/ 7838808 w 12191998"/>
              <a:gd name="connsiteY149" fmla="*/ 106362 h 851265"/>
              <a:gd name="connsiteX150" fmla="*/ 7875321 w 12191998"/>
              <a:gd name="connsiteY150" fmla="*/ 125412 h 851265"/>
              <a:gd name="connsiteX151" fmla="*/ 7916596 w 12191998"/>
              <a:gd name="connsiteY151" fmla="*/ 141287 h 851265"/>
              <a:gd name="connsiteX152" fmla="*/ 7962633 w 12191998"/>
              <a:gd name="connsiteY152" fmla="*/ 155575 h 851265"/>
              <a:gd name="connsiteX153" fmla="*/ 8015021 w 12191998"/>
              <a:gd name="connsiteY153" fmla="*/ 166687 h 851265"/>
              <a:gd name="connsiteX154" fmla="*/ 8075346 w 12191998"/>
              <a:gd name="connsiteY154" fmla="*/ 174625 h 851265"/>
              <a:gd name="connsiteX155" fmla="*/ 8143608 w 12191998"/>
              <a:gd name="connsiteY155" fmla="*/ 176212 h 851265"/>
              <a:gd name="connsiteX156" fmla="*/ 8211871 w 12191998"/>
              <a:gd name="connsiteY156" fmla="*/ 174625 h 851265"/>
              <a:gd name="connsiteX157" fmla="*/ 8272196 w 12191998"/>
              <a:gd name="connsiteY157" fmla="*/ 166687 h 851265"/>
              <a:gd name="connsiteX158" fmla="*/ 8324583 w 12191998"/>
              <a:gd name="connsiteY158" fmla="*/ 155575 h 851265"/>
              <a:gd name="connsiteX159" fmla="*/ 8370621 w 12191998"/>
              <a:gd name="connsiteY159" fmla="*/ 141287 h 851265"/>
              <a:gd name="connsiteX160" fmla="*/ 8411896 w 12191998"/>
              <a:gd name="connsiteY160" fmla="*/ 125412 h 851265"/>
              <a:gd name="connsiteX161" fmla="*/ 8448408 w 12191998"/>
              <a:gd name="connsiteY161" fmla="*/ 106362 h 851265"/>
              <a:gd name="connsiteX162" fmla="*/ 8486508 w 12191998"/>
              <a:gd name="connsiteY162" fmla="*/ 87312 h 851265"/>
              <a:gd name="connsiteX163" fmla="*/ 8524608 w 12191998"/>
              <a:gd name="connsiteY163" fmla="*/ 68262 h 851265"/>
              <a:gd name="connsiteX164" fmla="*/ 8561120 w 12191998"/>
              <a:gd name="connsiteY164" fmla="*/ 52387 h 851265"/>
              <a:gd name="connsiteX165" fmla="*/ 8602396 w 12191998"/>
              <a:gd name="connsiteY165" fmla="*/ 36512 h 851265"/>
              <a:gd name="connsiteX166" fmla="*/ 8648432 w 12191998"/>
              <a:gd name="connsiteY166" fmla="*/ 20637 h 851265"/>
              <a:gd name="connsiteX167" fmla="*/ 8700820 w 12191998"/>
              <a:gd name="connsiteY167" fmla="*/ 9525 h 851265"/>
              <a:gd name="connsiteX168" fmla="*/ 8761146 w 12191998"/>
              <a:gd name="connsiteY168" fmla="*/ 3175 h 851265"/>
              <a:gd name="connsiteX169" fmla="*/ 8827820 w 12191998"/>
              <a:gd name="connsiteY169" fmla="*/ 0 h 851265"/>
              <a:gd name="connsiteX170" fmla="*/ 8897670 w 12191998"/>
              <a:gd name="connsiteY170" fmla="*/ 3175 h 851265"/>
              <a:gd name="connsiteX171" fmla="*/ 8957996 w 12191998"/>
              <a:gd name="connsiteY171" fmla="*/ 9525 h 851265"/>
              <a:gd name="connsiteX172" fmla="*/ 9010382 w 12191998"/>
              <a:gd name="connsiteY172" fmla="*/ 20637 h 851265"/>
              <a:gd name="connsiteX173" fmla="*/ 9056420 w 12191998"/>
              <a:gd name="connsiteY173" fmla="*/ 36512 h 851265"/>
              <a:gd name="connsiteX174" fmla="*/ 9097696 w 12191998"/>
              <a:gd name="connsiteY174" fmla="*/ 52387 h 851265"/>
              <a:gd name="connsiteX175" fmla="*/ 9134208 w 12191998"/>
              <a:gd name="connsiteY175" fmla="*/ 68262 h 851265"/>
              <a:gd name="connsiteX176" fmla="*/ 9172308 w 12191998"/>
              <a:gd name="connsiteY176" fmla="*/ 87312 h 851265"/>
              <a:gd name="connsiteX177" fmla="*/ 9210408 w 12191998"/>
              <a:gd name="connsiteY177" fmla="*/ 106362 h 851265"/>
              <a:gd name="connsiteX178" fmla="*/ 9246920 w 12191998"/>
              <a:gd name="connsiteY178" fmla="*/ 125412 h 851265"/>
              <a:gd name="connsiteX179" fmla="*/ 9288196 w 12191998"/>
              <a:gd name="connsiteY179" fmla="*/ 141287 h 851265"/>
              <a:gd name="connsiteX180" fmla="*/ 9334232 w 12191998"/>
              <a:gd name="connsiteY180" fmla="*/ 155575 h 851265"/>
              <a:gd name="connsiteX181" fmla="*/ 9386620 w 12191998"/>
              <a:gd name="connsiteY181" fmla="*/ 166687 h 851265"/>
              <a:gd name="connsiteX182" fmla="*/ 9446946 w 12191998"/>
              <a:gd name="connsiteY182" fmla="*/ 174625 h 851265"/>
              <a:gd name="connsiteX183" fmla="*/ 9515208 w 12191998"/>
              <a:gd name="connsiteY183" fmla="*/ 176212 h 851265"/>
              <a:gd name="connsiteX184" fmla="*/ 9583470 w 12191998"/>
              <a:gd name="connsiteY184" fmla="*/ 174625 h 851265"/>
              <a:gd name="connsiteX185" fmla="*/ 9643796 w 12191998"/>
              <a:gd name="connsiteY185" fmla="*/ 166687 h 851265"/>
              <a:gd name="connsiteX186" fmla="*/ 9696182 w 12191998"/>
              <a:gd name="connsiteY186" fmla="*/ 155575 h 851265"/>
              <a:gd name="connsiteX187" fmla="*/ 9742220 w 12191998"/>
              <a:gd name="connsiteY187" fmla="*/ 141287 h 851265"/>
              <a:gd name="connsiteX188" fmla="*/ 9783496 w 12191998"/>
              <a:gd name="connsiteY188" fmla="*/ 125412 h 851265"/>
              <a:gd name="connsiteX189" fmla="*/ 9820008 w 12191998"/>
              <a:gd name="connsiteY189" fmla="*/ 106362 h 851265"/>
              <a:gd name="connsiteX190" fmla="*/ 9896208 w 12191998"/>
              <a:gd name="connsiteY190" fmla="*/ 68262 h 851265"/>
              <a:gd name="connsiteX191" fmla="*/ 9932720 w 12191998"/>
              <a:gd name="connsiteY191" fmla="*/ 52387 h 851265"/>
              <a:gd name="connsiteX192" fmla="*/ 9973996 w 12191998"/>
              <a:gd name="connsiteY192" fmla="*/ 36512 h 851265"/>
              <a:gd name="connsiteX193" fmla="*/ 10020032 w 12191998"/>
              <a:gd name="connsiteY193" fmla="*/ 20637 h 851265"/>
              <a:gd name="connsiteX194" fmla="*/ 10072420 w 12191998"/>
              <a:gd name="connsiteY194" fmla="*/ 9525 h 851265"/>
              <a:gd name="connsiteX195" fmla="*/ 10132746 w 12191998"/>
              <a:gd name="connsiteY195" fmla="*/ 3175 h 851265"/>
              <a:gd name="connsiteX196" fmla="*/ 10201008 w 12191998"/>
              <a:gd name="connsiteY196" fmla="*/ 0 h 851265"/>
              <a:gd name="connsiteX197" fmla="*/ 10269270 w 12191998"/>
              <a:gd name="connsiteY197" fmla="*/ 3175 h 851265"/>
              <a:gd name="connsiteX198" fmla="*/ 10329596 w 12191998"/>
              <a:gd name="connsiteY198" fmla="*/ 9525 h 851265"/>
              <a:gd name="connsiteX199" fmla="*/ 10381982 w 12191998"/>
              <a:gd name="connsiteY199" fmla="*/ 20637 h 851265"/>
              <a:gd name="connsiteX200" fmla="*/ 10428020 w 12191998"/>
              <a:gd name="connsiteY200" fmla="*/ 36512 h 851265"/>
              <a:gd name="connsiteX201" fmla="*/ 10469296 w 12191998"/>
              <a:gd name="connsiteY201" fmla="*/ 52387 h 851265"/>
              <a:gd name="connsiteX202" fmla="*/ 10505808 w 12191998"/>
              <a:gd name="connsiteY202" fmla="*/ 68262 h 851265"/>
              <a:gd name="connsiteX203" fmla="*/ 10543908 w 12191998"/>
              <a:gd name="connsiteY203" fmla="*/ 87312 h 851265"/>
              <a:gd name="connsiteX204" fmla="*/ 10582008 w 12191998"/>
              <a:gd name="connsiteY204" fmla="*/ 106362 h 851265"/>
              <a:gd name="connsiteX205" fmla="*/ 10618520 w 12191998"/>
              <a:gd name="connsiteY205" fmla="*/ 125412 h 851265"/>
              <a:gd name="connsiteX206" fmla="*/ 10659796 w 12191998"/>
              <a:gd name="connsiteY206" fmla="*/ 141287 h 851265"/>
              <a:gd name="connsiteX207" fmla="*/ 10705832 w 12191998"/>
              <a:gd name="connsiteY207" fmla="*/ 155575 h 851265"/>
              <a:gd name="connsiteX208" fmla="*/ 10758220 w 12191998"/>
              <a:gd name="connsiteY208" fmla="*/ 166687 h 851265"/>
              <a:gd name="connsiteX209" fmla="*/ 10818546 w 12191998"/>
              <a:gd name="connsiteY209" fmla="*/ 174625 h 851265"/>
              <a:gd name="connsiteX210" fmla="*/ 10886808 w 12191998"/>
              <a:gd name="connsiteY210" fmla="*/ 176212 h 851265"/>
              <a:gd name="connsiteX211" fmla="*/ 10955070 w 12191998"/>
              <a:gd name="connsiteY211" fmla="*/ 174625 h 851265"/>
              <a:gd name="connsiteX212" fmla="*/ 11015396 w 12191998"/>
              <a:gd name="connsiteY212" fmla="*/ 166687 h 851265"/>
              <a:gd name="connsiteX213" fmla="*/ 11067782 w 12191998"/>
              <a:gd name="connsiteY213" fmla="*/ 155575 h 851265"/>
              <a:gd name="connsiteX214" fmla="*/ 11113820 w 12191998"/>
              <a:gd name="connsiteY214" fmla="*/ 141287 h 851265"/>
              <a:gd name="connsiteX215" fmla="*/ 11155096 w 12191998"/>
              <a:gd name="connsiteY215" fmla="*/ 125412 h 851265"/>
              <a:gd name="connsiteX216" fmla="*/ 11191608 w 12191998"/>
              <a:gd name="connsiteY216" fmla="*/ 106362 h 851265"/>
              <a:gd name="connsiteX217" fmla="*/ 11229708 w 12191998"/>
              <a:gd name="connsiteY217" fmla="*/ 87312 h 851265"/>
              <a:gd name="connsiteX218" fmla="*/ 11267808 w 12191998"/>
              <a:gd name="connsiteY218" fmla="*/ 68262 h 851265"/>
              <a:gd name="connsiteX219" fmla="*/ 11304320 w 12191998"/>
              <a:gd name="connsiteY219" fmla="*/ 52387 h 851265"/>
              <a:gd name="connsiteX220" fmla="*/ 11345596 w 12191998"/>
              <a:gd name="connsiteY220" fmla="*/ 36512 h 851265"/>
              <a:gd name="connsiteX221" fmla="*/ 11391632 w 12191998"/>
              <a:gd name="connsiteY221" fmla="*/ 20637 h 851265"/>
              <a:gd name="connsiteX222" fmla="*/ 11444020 w 12191998"/>
              <a:gd name="connsiteY222" fmla="*/ 9525 h 851265"/>
              <a:gd name="connsiteX223" fmla="*/ 11504346 w 12191998"/>
              <a:gd name="connsiteY223" fmla="*/ 3175 h 851265"/>
              <a:gd name="connsiteX224" fmla="*/ 11572608 w 12191998"/>
              <a:gd name="connsiteY224" fmla="*/ 0 h 851265"/>
              <a:gd name="connsiteX225" fmla="*/ 11640870 w 12191998"/>
              <a:gd name="connsiteY225" fmla="*/ 3175 h 851265"/>
              <a:gd name="connsiteX226" fmla="*/ 11701196 w 12191998"/>
              <a:gd name="connsiteY226" fmla="*/ 9525 h 851265"/>
              <a:gd name="connsiteX227" fmla="*/ 11753582 w 12191998"/>
              <a:gd name="connsiteY227" fmla="*/ 20637 h 851265"/>
              <a:gd name="connsiteX228" fmla="*/ 11799620 w 12191998"/>
              <a:gd name="connsiteY228" fmla="*/ 36512 h 851265"/>
              <a:gd name="connsiteX229" fmla="*/ 11840896 w 12191998"/>
              <a:gd name="connsiteY229" fmla="*/ 52387 h 851265"/>
              <a:gd name="connsiteX230" fmla="*/ 11877408 w 12191998"/>
              <a:gd name="connsiteY230" fmla="*/ 68262 h 851265"/>
              <a:gd name="connsiteX231" fmla="*/ 11915508 w 12191998"/>
              <a:gd name="connsiteY231" fmla="*/ 87312 h 851265"/>
              <a:gd name="connsiteX232" fmla="*/ 11953608 w 12191998"/>
              <a:gd name="connsiteY232" fmla="*/ 106362 h 851265"/>
              <a:gd name="connsiteX233" fmla="*/ 11990120 w 12191998"/>
              <a:gd name="connsiteY233" fmla="*/ 125412 h 851265"/>
              <a:gd name="connsiteX234" fmla="*/ 12031396 w 12191998"/>
              <a:gd name="connsiteY234" fmla="*/ 141287 h 851265"/>
              <a:gd name="connsiteX235" fmla="*/ 12077432 w 12191998"/>
              <a:gd name="connsiteY235" fmla="*/ 155575 h 851265"/>
              <a:gd name="connsiteX236" fmla="*/ 12129820 w 12191998"/>
              <a:gd name="connsiteY236" fmla="*/ 166688 h 851265"/>
              <a:gd name="connsiteX237" fmla="*/ 12190146 w 12191998"/>
              <a:gd name="connsiteY237" fmla="*/ 174625 h 851265"/>
              <a:gd name="connsiteX238" fmla="*/ 12191998 w 12191998"/>
              <a:gd name="connsiteY238" fmla="*/ 174668 h 851265"/>
              <a:gd name="connsiteX239" fmla="*/ 12191998 w 12191998"/>
              <a:gd name="connsiteY239" fmla="*/ 851265 h 851265"/>
              <a:gd name="connsiteX240" fmla="*/ 0 w 12191998"/>
              <a:gd name="connsiteY240" fmla="*/ 851265 h 851265"/>
              <a:gd name="connsiteX241" fmla="*/ 0 w 12191998"/>
              <a:gd name="connsiteY241" fmla="*/ 174668 h 851265"/>
              <a:gd name="connsiteX242" fmla="*/ 1852 w 12191998"/>
              <a:gd name="connsiteY242" fmla="*/ 174625 h 851265"/>
              <a:gd name="connsiteX243" fmla="*/ 62177 w 12191998"/>
              <a:gd name="connsiteY243" fmla="*/ 166687 h 851265"/>
              <a:gd name="connsiteX244" fmla="*/ 114564 w 12191998"/>
              <a:gd name="connsiteY244" fmla="*/ 155575 h 851265"/>
              <a:gd name="connsiteX245" fmla="*/ 160602 w 12191998"/>
              <a:gd name="connsiteY245" fmla="*/ 141287 h 851265"/>
              <a:gd name="connsiteX246" fmla="*/ 201877 w 12191998"/>
              <a:gd name="connsiteY246" fmla="*/ 125412 h 851265"/>
              <a:gd name="connsiteX247" fmla="*/ 238389 w 12191998"/>
              <a:gd name="connsiteY247" fmla="*/ 106362 h 851265"/>
              <a:gd name="connsiteX248" fmla="*/ 276489 w 12191998"/>
              <a:gd name="connsiteY248" fmla="*/ 87312 h 851265"/>
              <a:gd name="connsiteX249" fmla="*/ 314589 w 12191998"/>
              <a:gd name="connsiteY249" fmla="*/ 68262 h 851265"/>
              <a:gd name="connsiteX250" fmla="*/ 351102 w 12191998"/>
              <a:gd name="connsiteY250" fmla="*/ 52387 h 851265"/>
              <a:gd name="connsiteX251" fmla="*/ 392377 w 12191998"/>
              <a:gd name="connsiteY251" fmla="*/ 36512 h 851265"/>
              <a:gd name="connsiteX252" fmla="*/ 438414 w 12191998"/>
              <a:gd name="connsiteY252" fmla="*/ 20637 h 851265"/>
              <a:gd name="connsiteX253" fmla="*/ 490802 w 12191998"/>
              <a:gd name="connsiteY253" fmla="*/ 9525 h 851265"/>
              <a:gd name="connsiteX254" fmla="*/ 551127 w 12191998"/>
              <a:gd name="connsiteY254" fmla="*/ 3175 h 851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12191998" h="851265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6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2" y="36512"/>
                </a:lnTo>
                <a:lnTo>
                  <a:pt x="5002478" y="52387"/>
                </a:lnTo>
                <a:lnTo>
                  <a:pt x="5038989" y="68262"/>
                </a:lnTo>
                <a:lnTo>
                  <a:pt x="5077091" y="87312"/>
                </a:lnTo>
                <a:lnTo>
                  <a:pt x="5115189" y="106362"/>
                </a:lnTo>
                <a:lnTo>
                  <a:pt x="5151702" y="125412"/>
                </a:lnTo>
                <a:lnTo>
                  <a:pt x="5192978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10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8" y="3175"/>
                </a:lnTo>
                <a:lnTo>
                  <a:pt x="6086210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1998" y="174668"/>
                </a:lnTo>
                <a:lnTo>
                  <a:pt x="12191998" y="851265"/>
                </a:lnTo>
                <a:lnTo>
                  <a:pt x="0" y="851265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726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F7DDD-E711-5790-50D3-E873B912E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Contact Information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B16E-C18D-0338-CF97-07AAF6EA4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Diane López, Information Specialist</a:t>
            </a:r>
          </a:p>
          <a:p>
            <a:pPr lvl="1"/>
            <a:r>
              <a:rPr lang="en-US"/>
              <a:t>email: </a:t>
            </a:r>
            <a:r>
              <a:rPr lang="en-US">
                <a:hlinkClick r:id="rId2"/>
              </a:rPr>
              <a:t>diane.lopez2@utsa.edu</a:t>
            </a:r>
            <a:endParaRPr lang="en-US"/>
          </a:p>
          <a:p>
            <a:r>
              <a:rPr lang="en-US"/>
              <a:t>Community Engaged Digital Scholarship Hub</a:t>
            </a:r>
          </a:p>
          <a:p>
            <a:pPr lvl="1"/>
            <a:r>
              <a:rPr lang="en-US"/>
              <a:t>CEDISH email: </a:t>
            </a:r>
            <a:r>
              <a:rPr lang="en-US">
                <a:hlinkClick r:id="rId3"/>
              </a:rPr>
              <a:t>cedish@utsa.edu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892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1D318-F254-0D29-FF1B-231CEA86C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 and Next steps</a:t>
            </a:r>
          </a:p>
        </p:txBody>
      </p:sp>
      <p:graphicFrame>
        <p:nvGraphicFramePr>
          <p:cNvPr id="8" name="Content Placeholder 2" descr="Q&amp;A slide for questions and continue learning">
            <a:extLst>
              <a:ext uri="{FF2B5EF4-FFF2-40B4-BE49-F238E27FC236}">
                <a16:creationId xmlns:a16="http://schemas.microsoft.com/office/drawing/2014/main" id="{4AF75D20-24E4-9CE6-49D0-809FCB5C07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6350179"/>
              </p:ext>
            </p:extLst>
          </p:nvPr>
        </p:nvGraphicFramePr>
        <p:xfrm>
          <a:off x="1251678" y="2286001"/>
          <a:ext cx="10178322" cy="3593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7964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580AB-3507-28E6-6123-C9F20E886E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</a:t>
            </a:r>
            <a:br>
              <a:rPr lang="en-US"/>
            </a:br>
            <a:r>
              <a:rPr lang="en-US"/>
              <a:t>-UTSA Libraries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AFCA8-6AFA-A4E3-116D-C5CB0C97CA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>
                <a:hlinkClick r:id="rId2"/>
              </a:rPr>
              <a:t>diane.lopez@utsa.edu</a:t>
            </a:r>
            <a:endParaRPr lang="en-US"/>
          </a:p>
          <a:p>
            <a:r>
              <a:rPr lang="en-US">
                <a:hlinkClick r:id="rId3"/>
              </a:rPr>
              <a:t>Cedish@utsa.edu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530839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0</TotalTime>
  <Words>788</Words>
  <Application>Microsoft Macintosh PowerPoint</Application>
  <PresentationFormat>Widescreen</PresentationFormat>
  <Paragraphs>149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Consolas</vt:lpstr>
      <vt:lpstr>Gill Sans MT</vt:lpstr>
      <vt:lpstr>Impact</vt:lpstr>
      <vt:lpstr>Badge</vt:lpstr>
      <vt:lpstr>Welcome &amp; Workshop Overview</vt:lpstr>
      <vt:lpstr>What is Git? </vt:lpstr>
      <vt:lpstr>What’s is VS Code? </vt:lpstr>
      <vt:lpstr>Key Terms- Directories and Folders</vt:lpstr>
      <vt:lpstr>The three sections of Git Workflow</vt:lpstr>
      <vt:lpstr>The three states of Git</vt:lpstr>
      <vt:lpstr>Git Workflow image</vt:lpstr>
      <vt:lpstr>Understanding Branches</vt:lpstr>
      <vt:lpstr>Basic terminal Commands  </vt:lpstr>
      <vt:lpstr>Installation </vt:lpstr>
      <vt:lpstr>Installing GIT</vt:lpstr>
      <vt:lpstr>Alternative method to Install GIT on MAc</vt:lpstr>
      <vt:lpstr>Install VS code </vt:lpstr>
      <vt:lpstr>Getting started with Git and Vs Code</vt:lpstr>
      <vt:lpstr>Follow along as we  *refer to activity steps Handout</vt:lpstr>
      <vt:lpstr>command line activity</vt:lpstr>
      <vt:lpstr>Using git in vs Code</vt:lpstr>
      <vt:lpstr>Best practices</vt:lpstr>
      <vt:lpstr>Resources</vt:lpstr>
      <vt:lpstr>Contact Information </vt:lpstr>
      <vt:lpstr>Q&amp;A and Next steps</vt:lpstr>
      <vt:lpstr>Thank you -UTSA Libraries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Diane Lopez</dc:creator>
  <cp:lastModifiedBy>Diane Lopez</cp:lastModifiedBy>
  <cp:revision>2</cp:revision>
  <dcterms:created xsi:type="dcterms:W3CDTF">2026-01-05T21:33:47Z</dcterms:created>
  <dcterms:modified xsi:type="dcterms:W3CDTF">2026-02-17T23:59:11Z</dcterms:modified>
</cp:coreProperties>
</file>